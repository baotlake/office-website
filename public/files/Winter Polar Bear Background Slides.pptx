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bin" ContentType="application/vnd.openxmlformats-officedocument.oleObject"/>
  <Default Extension="rels" ContentType="application/vnd.openxmlformats-package.relationships+xml"/>
  <Default Extension="wmf" ContentType="image/x-wmf"/>
  <Default Extension="jpeg" ContentType="image/jpeg"/>
  <Default Extension="jpg" ContentType="image/jpeg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notesSlides/notesSlide1.xml" ContentType="application/vnd.openxmlformats-officedocument.presentationml.notesSlide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5.xml" ContentType="application/vnd.openxmlformats-officedocument.presentationml.slideLayout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6.xml" ContentType="application/vnd.openxmlformats-officedocument.presentationml.slide+xml"/>
  <Override PartName="/ppt/notesSlides/notesSlide14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3.xml" ContentType="application/vnd.openxmlformats-officedocument.presentationml.slide+xml"/>
  <Override PartName="/ppt/notesSlides/notesSlide6.xml" ContentType="application/vnd.openxmlformats-officedocument.presentationml.notesSlide+xml"/>
  <Override PartName="/ppt/slideLayouts/slideLayout12.xml" ContentType="application/vnd.openxmlformats-officedocument.presentationml.slideLayout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Layouts/slideLayout10.xml" ContentType="application/vnd.openxmlformats-officedocument.presentationml.slideLayout+xml"/>
  <Override PartName="/ppt/notesSlides/notesSlide10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14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13.xml" ContentType="application/vnd.openxmlformats-officedocument.presentationml.notesSlide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048025" name="Google Shape;3;n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0773270" name="Google Shape;4;n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203307" name="Google Shape;177;p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86478197" name="Google Shape;178;p1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972455" name="Google Shape;190;p2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554754973" name="Google Shape;191;p2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3360784" name="Google Shape;201;p3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138921491" name="Google Shape;202;p3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2157080" name="Google Shape;230;p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10792393" name="Google Shape;231;p4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312250" name="Google Shape;258;p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01014332" name="Google Shape;259;p5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781079" name="Google Shape;277;p6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73686410" name="Google Shape;278;p6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872298" name="Google Shape;306;p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67219934" name="Google Shape;307;p7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3388235" name="Google Shape;339;p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13335489" name="Google Shape;340;p8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915679" name="Google Shape;350;p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06260984" name="Google Shape;351;p9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013500" name="Google Shape;379;p1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21586536" name="Google Shape;380;p10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779582" name="Google Shape;404;p1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1851647" name="Google Shape;405;p11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8463320" name="Google Shape;419;p12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857847963" name="Google Shape;420;p12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500053" name="Google Shape;429;p13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58452449" name="Google Shape;430;p13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8873733" name="Google Shape;448;p1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59697582" name="Google Shape;449;p14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7534449" name="Google Shape;514;p1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85548079" name="Google Shape;515;p15:notes"/>
          <p:cNvSpPr/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5552691" name="Google Shape;13;p2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00774654" name="Google Shape;14;p2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52808743" name="Google Shape;15;p2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ustom Layout 1" preserve="0" showMasterPhAnim="0" showMasterSp="1" userDrawn="1">
  <p:cSld name="CUSTOM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0160876" name="Google Shape;17;p3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9010025" y="6805719"/>
            <a:ext cx="9411951" cy="476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628220" name="Google Shape;18;p3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 flipH="1">
            <a:off x="-133975" y="6805719"/>
            <a:ext cx="9411951" cy="476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358497" name="Google Shape;19;p3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1555588" y="1803650"/>
            <a:ext cx="15176822" cy="3149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4454472" name="Google Shape;20;p3"/>
          <p:cNvGrpSpPr/>
          <p:nvPr/>
        </p:nvGrpSpPr>
        <p:grpSpPr bwMode="auto">
          <a:xfrm>
            <a:off x="6256424" y="884038"/>
            <a:ext cx="5775191" cy="1339877"/>
            <a:chOff x="0" y="-38100"/>
            <a:chExt cx="1521028" cy="352887"/>
          </a:xfrm>
        </p:grpSpPr>
        <p:sp>
          <p:nvSpPr>
            <p:cNvPr id="21" name="Google Shape;21;p3"/>
            <p:cNvSpPr/>
            <p:nvPr/>
          </p:nvSpPr>
          <p:spPr bwMode="auto">
            <a:xfrm>
              <a:off x="0" y="0"/>
              <a:ext cx="1521028" cy="314787"/>
            </a:xfrm>
            <a:custGeom>
              <a:avLst/>
              <a:gdLst/>
              <a:ahLst/>
              <a:cxnLst/>
              <a:rect l="l" t="t" r="r" b="b"/>
              <a:pathLst>
                <a:path w="1521028" h="314787" fill="norm" stroke="1" extrusionOk="0">
                  <a:moveTo>
                    <a:pt x="0" y="0"/>
                  </a:moveTo>
                  <a:lnTo>
                    <a:pt x="1521028" y="0"/>
                  </a:lnTo>
                  <a:lnTo>
                    <a:pt x="1521028" y="314787"/>
                  </a:lnTo>
                  <a:lnTo>
                    <a:pt x="0" y="314787"/>
                  </a:lnTo>
                  <a:close/>
                </a:path>
              </a:pathLst>
            </a:custGeom>
            <a:solidFill>
              <a:srgbClr val="DE494E"/>
            </a:solidFill>
            <a:ln w="13335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2" name="Google Shape;22;p3"/>
            <p:cNvSpPr txBox="1"/>
            <p:nvPr/>
          </p:nvSpPr>
          <p:spPr bwMode="auto">
            <a:xfrm>
              <a:off x="0" y="-38100"/>
              <a:ext cx="1521000" cy="35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pic>
        <p:nvPicPr>
          <p:cNvPr id="1560080184" name="Google Shape;23;p3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3791988" y="4529791"/>
            <a:ext cx="10704001" cy="5942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ustom Layout 2" preserve="0" showMasterPhAnim="0" showMasterSp="1" userDrawn="1">
  <p:cSld name="CUSTOM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10947962" name="Google Shape;25;p4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-18" y="1268619"/>
            <a:ext cx="18288000" cy="92422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027833" name="Google Shape;26;p4"/>
          <p:cNvGrpSpPr/>
          <p:nvPr/>
        </p:nvGrpSpPr>
        <p:grpSpPr bwMode="auto">
          <a:xfrm>
            <a:off x="2388130" y="2555790"/>
            <a:ext cx="13511830" cy="5051774"/>
            <a:chOff x="0" y="-38100"/>
            <a:chExt cx="3558648" cy="1330500"/>
          </a:xfrm>
        </p:grpSpPr>
        <p:sp>
          <p:nvSpPr>
            <p:cNvPr id="27" name="Google Shape;27;p4"/>
            <p:cNvSpPr/>
            <p:nvPr/>
          </p:nvSpPr>
          <p:spPr bwMode="auto">
            <a:xfrm>
              <a:off x="0" y="0"/>
              <a:ext cx="3558648" cy="1292346"/>
            </a:xfrm>
            <a:custGeom>
              <a:avLst/>
              <a:gdLst/>
              <a:ahLst/>
              <a:cxnLst/>
              <a:rect l="l" t="t" r="r" b="b"/>
              <a:pathLst>
                <a:path w="3558648" h="1292346" fill="norm" stroke="1" extrusionOk="0">
                  <a:moveTo>
                    <a:pt x="0" y="0"/>
                  </a:moveTo>
                  <a:lnTo>
                    <a:pt x="3558648" y="0"/>
                  </a:lnTo>
                  <a:lnTo>
                    <a:pt x="3558648" y="1292346"/>
                  </a:lnTo>
                  <a:lnTo>
                    <a:pt x="0" y="1292346"/>
                  </a:lnTo>
                  <a:close/>
                </a:path>
              </a:pathLst>
            </a:custGeom>
            <a:solidFill>
              <a:srgbClr val="DE494E"/>
            </a:solidFill>
            <a:ln w="13335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8" name="Google Shape;28;p4"/>
            <p:cNvSpPr txBox="1"/>
            <p:nvPr/>
          </p:nvSpPr>
          <p:spPr bwMode="auto">
            <a:xfrm>
              <a:off x="0" y="-38100"/>
              <a:ext cx="3558600" cy="133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311392247" name="Google Shape;29;p4"/>
          <p:cNvSpPr/>
          <p:nvPr/>
        </p:nvSpPr>
        <p:spPr bwMode="auto">
          <a:xfrm flipH="1">
            <a:off x="3027981" y="1875127"/>
            <a:ext cx="6286025" cy="8251346"/>
          </a:xfrm>
          <a:custGeom>
            <a:avLst/>
            <a:gdLst/>
            <a:ahLst/>
            <a:cxnLst/>
            <a:rect l="l" t="t" r="r" b="b"/>
            <a:pathLst>
              <a:path w="6286025" h="8251346" fill="norm" stroke="1" extrusionOk="0">
                <a:moveTo>
                  <a:pt x="6286025" y="0"/>
                </a:moveTo>
                <a:lnTo>
                  <a:pt x="0" y="0"/>
                </a:lnTo>
                <a:lnTo>
                  <a:pt x="0" y="8251346"/>
                </a:lnTo>
                <a:lnTo>
                  <a:pt x="6286025" y="8251346"/>
                </a:lnTo>
                <a:lnTo>
                  <a:pt x="6286025" y="0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l="0" t="0" r="0" b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ustom Layout 3" preserve="0" showMasterPhAnim="0" showMasterSp="1" userDrawn="1">
  <p:cSld name="CUSTOM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124735" name="Google Shape;31;p5"/>
          <p:cNvSpPr/>
          <p:nvPr/>
        </p:nvSpPr>
        <p:spPr bwMode="auto">
          <a:xfrm>
            <a:off x="14289313" y="2607787"/>
            <a:ext cx="5432074" cy="7800629"/>
          </a:xfrm>
          <a:custGeom>
            <a:avLst/>
            <a:gdLst/>
            <a:ahLst/>
            <a:cxnLst/>
            <a:rect l="l" t="t" r="r" b="b"/>
            <a:pathLst>
              <a:path w="5432074" h="7800629" fill="norm" stroke="1" extrusionOk="0">
                <a:moveTo>
                  <a:pt x="0" y="0"/>
                </a:moveTo>
                <a:lnTo>
                  <a:pt x="5432074" y="0"/>
                </a:lnTo>
                <a:lnTo>
                  <a:pt x="5432074" y="7800629"/>
                </a:lnTo>
                <a:lnTo>
                  <a:pt x="0" y="78006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645695630" name="Google Shape;32;p5"/>
          <p:cNvSpPr/>
          <p:nvPr/>
        </p:nvSpPr>
        <p:spPr bwMode="auto">
          <a:xfrm>
            <a:off x="12844202" y="8104974"/>
            <a:ext cx="5863629" cy="2249501"/>
          </a:xfrm>
          <a:custGeom>
            <a:avLst/>
            <a:gdLst/>
            <a:ahLst/>
            <a:cxnLst/>
            <a:rect l="l" t="t" r="r" b="b"/>
            <a:pathLst>
              <a:path w="5863629" h="2249501" fill="norm" stroke="1" extrusionOk="0">
                <a:moveTo>
                  <a:pt x="0" y="0"/>
                </a:moveTo>
                <a:lnTo>
                  <a:pt x="5863629" y="0"/>
                </a:lnTo>
                <a:lnTo>
                  <a:pt x="5863629" y="2249502"/>
                </a:lnTo>
                <a:lnTo>
                  <a:pt x="0" y="22495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640355103" name="Google Shape;33;p5"/>
          <p:cNvSpPr/>
          <p:nvPr/>
        </p:nvSpPr>
        <p:spPr bwMode="auto">
          <a:xfrm flipH="1">
            <a:off x="-1433387" y="2703837"/>
            <a:ext cx="5432074" cy="7800629"/>
          </a:xfrm>
          <a:custGeom>
            <a:avLst/>
            <a:gdLst/>
            <a:ahLst/>
            <a:cxnLst/>
            <a:rect l="l" t="t" r="r" b="b"/>
            <a:pathLst>
              <a:path w="5432074" h="7800629" fill="norm" stroke="1" extrusionOk="0">
                <a:moveTo>
                  <a:pt x="5432074" y="0"/>
                </a:moveTo>
                <a:lnTo>
                  <a:pt x="0" y="0"/>
                </a:lnTo>
                <a:lnTo>
                  <a:pt x="0" y="7800629"/>
                </a:lnTo>
                <a:lnTo>
                  <a:pt x="5432074" y="7800629"/>
                </a:lnTo>
                <a:lnTo>
                  <a:pt x="5432074" y="0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482420922" name="Google Shape;34;p5"/>
          <p:cNvSpPr/>
          <p:nvPr/>
        </p:nvSpPr>
        <p:spPr bwMode="auto">
          <a:xfrm flipH="1">
            <a:off x="-419831" y="8104974"/>
            <a:ext cx="5863629" cy="2249501"/>
          </a:xfrm>
          <a:custGeom>
            <a:avLst/>
            <a:gdLst/>
            <a:ahLst/>
            <a:cxnLst/>
            <a:rect l="l" t="t" r="r" b="b"/>
            <a:pathLst>
              <a:path w="5863629" h="2249501" fill="norm" stroke="1" extrusionOk="0">
                <a:moveTo>
                  <a:pt x="5863629" y="0"/>
                </a:moveTo>
                <a:lnTo>
                  <a:pt x="0" y="0"/>
                </a:lnTo>
                <a:lnTo>
                  <a:pt x="0" y="2249502"/>
                </a:lnTo>
                <a:lnTo>
                  <a:pt x="5863629" y="2249502"/>
                </a:lnTo>
                <a:lnTo>
                  <a:pt x="5863629" y="0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grpSp>
        <p:nvGrpSpPr>
          <p:cNvPr id="399397903" name="Google Shape;35;p5"/>
          <p:cNvGrpSpPr/>
          <p:nvPr/>
        </p:nvGrpSpPr>
        <p:grpSpPr bwMode="auto">
          <a:xfrm>
            <a:off x="5719138" y="2487539"/>
            <a:ext cx="6849770" cy="1522002"/>
            <a:chOff x="0" y="-38100"/>
            <a:chExt cx="1804043" cy="400854"/>
          </a:xfrm>
        </p:grpSpPr>
        <p:sp>
          <p:nvSpPr>
            <p:cNvPr id="36" name="Google Shape;36;p5"/>
            <p:cNvSpPr/>
            <p:nvPr/>
          </p:nvSpPr>
          <p:spPr bwMode="auto">
            <a:xfrm>
              <a:off x="0" y="0"/>
              <a:ext cx="1804043" cy="362754"/>
            </a:xfrm>
            <a:custGeom>
              <a:avLst/>
              <a:gdLst/>
              <a:ahLst/>
              <a:cxnLst/>
              <a:rect l="l" t="t" r="r" b="b"/>
              <a:pathLst>
                <a:path w="1804043" h="362754" fill="norm" stroke="1" extrusionOk="0">
                  <a:moveTo>
                    <a:pt x="0" y="0"/>
                  </a:moveTo>
                  <a:lnTo>
                    <a:pt x="1804043" y="0"/>
                  </a:lnTo>
                  <a:lnTo>
                    <a:pt x="1804043" y="362754"/>
                  </a:lnTo>
                  <a:lnTo>
                    <a:pt x="0" y="362754"/>
                  </a:lnTo>
                  <a:close/>
                </a:path>
              </a:pathLst>
            </a:custGeom>
            <a:solidFill>
              <a:srgbClr val="DE494E"/>
            </a:solidFill>
            <a:ln w="13335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7" name="Google Shape;37;p5"/>
            <p:cNvSpPr txBox="1"/>
            <p:nvPr/>
          </p:nvSpPr>
          <p:spPr bwMode="auto">
            <a:xfrm>
              <a:off x="0" y="-38100"/>
              <a:ext cx="1803900" cy="40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467473478" name="Google Shape;38;p5"/>
          <p:cNvSpPr txBox="1"/>
          <p:nvPr/>
        </p:nvSpPr>
        <p:spPr bwMode="auto">
          <a:xfrm>
            <a:off x="6623434" y="2800960"/>
            <a:ext cx="14718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400" b="0" i="0" u="none" strike="noStrike" cap="none">
                <a:solidFill>
                  <a:srgbClr val="FFFFFF"/>
                </a:solidFill>
                <a:latin typeface="Pacifico"/>
                <a:ea typeface="Pacifico"/>
                <a:cs typeface="Pacifico"/>
              </a:rPr>
              <a:t>01</a:t>
            </a:r>
            <a:endParaRPr/>
          </a:p>
        </p:txBody>
      </p:sp>
      <p:grpSp>
        <p:nvGrpSpPr>
          <p:cNvPr id="1357084240" name="Google Shape;39;p5"/>
          <p:cNvGrpSpPr/>
          <p:nvPr/>
        </p:nvGrpSpPr>
        <p:grpSpPr bwMode="auto">
          <a:xfrm>
            <a:off x="5719138" y="4291427"/>
            <a:ext cx="6849770" cy="1522002"/>
            <a:chOff x="0" y="-38100"/>
            <a:chExt cx="1804043" cy="400854"/>
          </a:xfrm>
        </p:grpSpPr>
        <p:sp>
          <p:nvSpPr>
            <p:cNvPr id="40" name="Google Shape;40;p5"/>
            <p:cNvSpPr/>
            <p:nvPr/>
          </p:nvSpPr>
          <p:spPr bwMode="auto">
            <a:xfrm>
              <a:off x="0" y="0"/>
              <a:ext cx="1804043" cy="362754"/>
            </a:xfrm>
            <a:custGeom>
              <a:avLst/>
              <a:gdLst/>
              <a:ahLst/>
              <a:cxnLst/>
              <a:rect l="l" t="t" r="r" b="b"/>
              <a:pathLst>
                <a:path w="1804043" h="362754" fill="norm" stroke="1" extrusionOk="0">
                  <a:moveTo>
                    <a:pt x="0" y="0"/>
                  </a:moveTo>
                  <a:lnTo>
                    <a:pt x="1804043" y="0"/>
                  </a:lnTo>
                  <a:lnTo>
                    <a:pt x="1804043" y="362754"/>
                  </a:lnTo>
                  <a:lnTo>
                    <a:pt x="0" y="362754"/>
                  </a:lnTo>
                  <a:close/>
                </a:path>
              </a:pathLst>
            </a:custGeom>
            <a:solidFill>
              <a:srgbClr val="DE494E"/>
            </a:solidFill>
            <a:ln w="13335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1" name="Google Shape;41;p5"/>
            <p:cNvSpPr txBox="1"/>
            <p:nvPr/>
          </p:nvSpPr>
          <p:spPr bwMode="auto">
            <a:xfrm>
              <a:off x="0" y="-38100"/>
              <a:ext cx="1803900" cy="40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938774915" name="Google Shape;42;p5"/>
          <p:cNvSpPr txBox="1"/>
          <p:nvPr/>
        </p:nvSpPr>
        <p:spPr bwMode="auto">
          <a:xfrm>
            <a:off x="6623434" y="4604848"/>
            <a:ext cx="14718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400" b="0" i="0" u="none" strike="noStrike" cap="none">
                <a:solidFill>
                  <a:srgbClr val="FFFFFF"/>
                </a:solidFill>
                <a:latin typeface="Pacifico"/>
                <a:ea typeface="Pacifico"/>
                <a:cs typeface="Pacifico"/>
              </a:rPr>
              <a:t>02</a:t>
            </a:r>
            <a:endParaRPr/>
          </a:p>
        </p:txBody>
      </p:sp>
      <p:grpSp>
        <p:nvGrpSpPr>
          <p:cNvPr id="628844856" name="Google Shape;43;p5"/>
          <p:cNvGrpSpPr/>
          <p:nvPr/>
        </p:nvGrpSpPr>
        <p:grpSpPr bwMode="auto">
          <a:xfrm>
            <a:off x="5719138" y="6074529"/>
            <a:ext cx="6849770" cy="1522002"/>
            <a:chOff x="0" y="-38100"/>
            <a:chExt cx="1804043" cy="400854"/>
          </a:xfrm>
        </p:grpSpPr>
        <p:sp>
          <p:nvSpPr>
            <p:cNvPr id="44" name="Google Shape;44;p5"/>
            <p:cNvSpPr/>
            <p:nvPr/>
          </p:nvSpPr>
          <p:spPr bwMode="auto">
            <a:xfrm>
              <a:off x="0" y="0"/>
              <a:ext cx="1804043" cy="362754"/>
            </a:xfrm>
            <a:custGeom>
              <a:avLst/>
              <a:gdLst/>
              <a:ahLst/>
              <a:cxnLst/>
              <a:rect l="l" t="t" r="r" b="b"/>
              <a:pathLst>
                <a:path w="1804043" h="362754" fill="norm" stroke="1" extrusionOk="0">
                  <a:moveTo>
                    <a:pt x="0" y="0"/>
                  </a:moveTo>
                  <a:lnTo>
                    <a:pt x="1804043" y="0"/>
                  </a:lnTo>
                  <a:lnTo>
                    <a:pt x="1804043" y="362754"/>
                  </a:lnTo>
                  <a:lnTo>
                    <a:pt x="0" y="362754"/>
                  </a:lnTo>
                  <a:close/>
                </a:path>
              </a:pathLst>
            </a:custGeom>
            <a:solidFill>
              <a:srgbClr val="DE494E"/>
            </a:solidFill>
            <a:ln w="13335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5" name="Google Shape;45;p5"/>
            <p:cNvSpPr txBox="1"/>
            <p:nvPr/>
          </p:nvSpPr>
          <p:spPr bwMode="auto">
            <a:xfrm>
              <a:off x="0" y="-38100"/>
              <a:ext cx="1803900" cy="40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233083621" name="Google Shape;46;p5"/>
          <p:cNvSpPr txBox="1"/>
          <p:nvPr/>
        </p:nvSpPr>
        <p:spPr bwMode="auto">
          <a:xfrm>
            <a:off x="6623434" y="6387950"/>
            <a:ext cx="14718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400" b="0" i="0" u="none" strike="noStrike" cap="none">
                <a:solidFill>
                  <a:srgbClr val="FFFFFF"/>
                </a:solidFill>
                <a:latin typeface="Pacifico"/>
                <a:ea typeface="Pacifico"/>
                <a:cs typeface="Pacifico"/>
              </a:rPr>
              <a:t>03</a:t>
            </a:r>
            <a:endParaRPr/>
          </a:p>
        </p:txBody>
      </p:sp>
      <p:grpSp>
        <p:nvGrpSpPr>
          <p:cNvPr id="1478778372" name="Google Shape;47;p5"/>
          <p:cNvGrpSpPr/>
          <p:nvPr/>
        </p:nvGrpSpPr>
        <p:grpSpPr bwMode="auto">
          <a:xfrm>
            <a:off x="5719138" y="7861435"/>
            <a:ext cx="6849770" cy="1522002"/>
            <a:chOff x="0" y="-38100"/>
            <a:chExt cx="1804043" cy="400854"/>
          </a:xfrm>
        </p:grpSpPr>
        <p:sp>
          <p:nvSpPr>
            <p:cNvPr id="48" name="Google Shape;48;p5"/>
            <p:cNvSpPr/>
            <p:nvPr/>
          </p:nvSpPr>
          <p:spPr bwMode="auto">
            <a:xfrm>
              <a:off x="0" y="0"/>
              <a:ext cx="1804043" cy="362754"/>
            </a:xfrm>
            <a:custGeom>
              <a:avLst/>
              <a:gdLst/>
              <a:ahLst/>
              <a:cxnLst/>
              <a:rect l="l" t="t" r="r" b="b"/>
              <a:pathLst>
                <a:path w="1804043" h="362754" fill="norm" stroke="1" extrusionOk="0">
                  <a:moveTo>
                    <a:pt x="0" y="0"/>
                  </a:moveTo>
                  <a:lnTo>
                    <a:pt x="1804043" y="0"/>
                  </a:lnTo>
                  <a:lnTo>
                    <a:pt x="1804043" y="362754"/>
                  </a:lnTo>
                  <a:lnTo>
                    <a:pt x="0" y="362754"/>
                  </a:lnTo>
                  <a:close/>
                </a:path>
              </a:pathLst>
            </a:custGeom>
            <a:solidFill>
              <a:srgbClr val="DE494E"/>
            </a:solidFill>
            <a:ln w="13335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9" name="Google Shape;49;p5"/>
            <p:cNvSpPr txBox="1"/>
            <p:nvPr/>
          </p:nvSpPr>
          <p:spPr bwMode="auto">
            <a:xfrm>
              <a:off x="0" y="-38100"/>
              <a:ext cx="1803900" cy="40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029116567" name="Google Shape;50;p5"/>
          <p:cNvSpPr txBox="1"/>
          <p:nvPr/>
        </p:nvSpPr>
        <p:spPr bwMode="auto">
          <a:xfrm>
            <a:off x="6623434" y="8174856"/>
            <a:ext cx="14718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400" b="0" i="0" u="none" strike="noStrike" cap="none">
                <a:solidFill>
                  <a:srgbClr val="FFFFFF"/>
                </a:solidFill>
                <a:latin typeface="Pacifico"/>
                <a:ea typeface="Pacifico"/>
                <a:cs typeface="Pacifico"/>
              </a:rPr>
              <a:t>04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ustom Layout 4" preserve="0" showMasterPhAnim="0" showMasterSp="1" userDrawn="1">
  <p:cSld name="CUSTOM_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66412942" name="Google Shape;52;p6"/>
          <p:cNvGrpSpPr/>
          <p:nvPr/>
        </p:nvGrpSpPr>
        <p:grpSpPr bwMode="auto">
          <a:xfrm>
            <a:off x="8787113" y="826189"/>
            <a:ext cx="4251838" cy="4251838"/>
            <a:chOff x="0" y="0"/>
            <a:chExt cx="812800" cy="812800"/>
          </a:xfrm>
        </p:grpSpPr>
        <p:sp>
          <p:nvSpPr>
            <p:cNvPr id="53" name="Google Shape;53;p6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494E"/>
            </a:solidFill>
            <a:ln w="3810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4" name="Google Shape;54;p6"/>
            <p:cNvSpPr txBox="1"/>
            <p:nvPr/>
          </p:nvSpPr>
          <p:spPr bwMode="auto">
            <a:xfrm>
              <a:off x="76200" y="38100"/>
              <a:ext cx="660299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pic>
        <p:nvPicPr>
          <p:cNvPr id="1901700626" name="Google Shape;55;p6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-648348" y="2323860"/>
            <a:ext cx="9792349" cy="73685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1814435" name="Google Shape;56;p6"/>
          <p:cNvGrpSpPr/>
          <p:nvPr/>
        </p:nvGrpSpPr>
        <p:grpSpPr bwMode="auto">
          <a:xfrm>
            <a:off x="13399818" y="826189"/>
            <a:ext cx="4251838" cy="4251838"/>
            <a:chOff x="0" y="0"/>
            <a:chExt cx="812800" cy="812800"/>
          </a:xfrm>
        </p:grpSpPr>
        <p:sp>
          <p:nvSpPr>
            <p:cNvPr id="57" name="Google Shape;57;p6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494E"/>
            </a:solidFill>
            <a:ln w="3810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58" name="Google Shape;58;p6"/>
            <p:cNvSpPr txBox="1"/>
            <p:nvPr/>
          </p:nvSpPr>
          <p:spPr bwMode="auto">
            <a:xfrm>
              <a:off x="76200" y="38100"/>
              <a:ext cx="660299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2125364289" name="Google Shape;59;p6"/>
          <p:cNvGrpSpPr/>
          <p:nvPr/>
        </p:nvGrpSpPr>
        <p:grpSpPr bwMode="auto">
          <a:xfrm>
            <a:off x="8787113" y="5208953"/>
            <a:ext cx="4251838" cy="4251838"/>
            <a:chOff x="0" y="0"/>
            <a:chExt cx="812800" cy="812800"/>
          </a:xfrm>
        </p:grpSpPr>
        <p:sp>
          <p:nvSpPr>
            <p:cNvPr id="60" name="Google Shape;60;p6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494E"/>
            </a:solidFill>
            <a:ln w="3810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1" name="Google Shape;61;p6"/>
            <p:cNvSpPr txBox="1"/>
            <p:nvPr/>
          </p:nvSpPr>
          <p:spPr bwMode="auto">
            <a:xfrm>
              <a:off x="76200" y="38100"/>
              <a:ext cx="660299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315592334" name="Google Shape;62;p6"/>
          <p:cNvGrpSpPr/>
          <p:nvPr/>
        </p:nvGrpSpPr>
        <p:grpSpPr bwMode="auto">
          <a:xfrm>
            <a:off x="13399818" y="5208953"/>
            <a:ext cx="4251838" cy="4251838"/>
            <a:chOff x="0" y="0"/>
            <a:chExt cx="812800" cy="812800"/>
          </a:xfrm>
        </p:grpSpPr>
        <p:sp>
          <p:nvSpPr>
            <p:cNvPr id="63" name="Google Shape;63;p6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494E"/>
            </a:solidFill>
            <a:ln w="3810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64" name="Google Shape;64;p6"/>
            <p:cNvSpPr txBox="1"/>
            <p:nvPr/>
          </p:nvSpPr>
          <p:spPr bwMode="auto">
            <a:xfrm>
              <a:off x="76200" y="38100"/>
              <a:ext cx="660299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653585690" name="Google Shape;65;p6"/>
          <p:cNvSpPr/>
          <p:nvPr/>
        </p:nvSpPr>
        <p:spPr bwMode="auto">
          <a:xfrm flipH="1">
            <a:off x="-648347" y="8384053"/>
            <a:ext cx="5613423" cy="2153513"/>
          </a:xfrm>
          <a:custGeom>
            <a:avLst/>
            <a:gdLst/>
            <a:ahLst/>
            <a:cxnLst/>
            <a:rect l="l" t="t" r="r" b="b"/>
            <a:pathLst>
              <a:path w="5613423" h="2153513" fill="norm" stroke="1" extrusionOk="0">
                <a:moveTo>
                  <a:pt x="5613423" y="0"/>
                </a:moveTo>
                <a:lnTo>
                  <a:pt x="0" y="0"/>
                </a:lnTo>
                <a:lnTo>
                  <a:pt x="0" y="2153513"/>
                </a:lnTo>
                <a:lnTo>
                  <a:pt x="5613423" y="2153513"/>
                </a:lnTo>
                <a:lnTo>
                  <a:pt x="5613423" y="0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445767875" name="Google Shape;66;p6"/>
          <p:cNvSpPr/>
          <p:nvPr/>
        </p:nvSpPr>
        <p:spPr bwMode="auto">
          <a:xfrm>
            <a:off x="6451935" y="8894506"/>
            <a:ext cx="4150226" cy="1592178"/>
          </a:xfrm>
          <a:custGeom>
            <a:avLst/>
            <a:gdLst/>
            <a:ahLst/>
            <a:cxnLst/>
            <a:rect l="l" t="t" r="r" b="b"/>
            <a:pathLst>
              <a:path w="4150226" h="1592178" fill="norm" stroke="1" extrusionOk="0">
                <a:moveTo>
                  <a:pt x="0" y="0"/>
                </a:moveTo>
                <a:lnTo>
                  <a:pt x="4150226" y="0"/>
                </a:lnTo>
                <a:lnTo>
                  <a:pt x="4150226" y="1592177"/>
                </a:lnTo>
                <a:lnTo>
                  <a:pt x="0" y="15921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l="0" t="0" r="0" b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ustom Layout 5" preserve="0" showMasterPhAnim="0" showMasterSp="1" userDrawn="1">
  <p:cSld name="CUSTOM_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0563906" name="Google Shape;68;p7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 flipH="1">
            <a:off x="3379227" y="1342850"/>
            <a:ext cx="11614722" cy="6448048"/>
          </a:xfrm>
          <a:prstGeom prst="rect">
            <a:avLst/>
          </a:prstGeom>
          <a:noFill/>
          <a:ln>
            <a:noFill/>
          </a:ln>
        </p:spPr>
      </p:pic>
      <p:sp>
        <p:nvSpPr>
          <p:cNvPr id="2060783535" name="Google Shape;69;p7"/>
          <p:cNvSpPr/>
          <p:nvPr/>
        </p:nvSpPr>
        <p:spPr bwMode="auto">
          <a:xfrm flipH="1">
            <a:off x="-1687336" y="772028"/>
            <a:ext cx="5432074" cy="7800629"/>
          </a:xfrm>
          <a:custGeom>
            <a:avLst/>
            <a:gdLst/>
            <a:ahLst/>
            <a:cxnLst/>
            <a:rect l="l" t="t" r="r" b="b"/>
            <a:pathLst>
              <a:path w="5432074" h="7800629" fill="norm" stroke="1" extrusionOk="0">
                <a:moveTo>
                  <a:pt x="5432074" y="0"/>
                </a:moveTo>
                <a:lnTo>
                  <a:pt x="0" y="0"/>
                </a:lnTo>
                <a:lnTo>
                  <a:pt x="0" y="7800629"/>
                </a:lnTo>
                <a:lnTo>
                  <a:pt x="5432074" y="7800629"/>
                </a:lnTo>
                <a:lnTo>
                  <a:pt x="5432074" y="0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73456096" name="Google Shape;70;p7"/>
          <p:cNvSpPr/>
          <p:nvPr/>
        </p:nvSpPr>
        <p:spPr bwMode="auto">
          <a:xfrm>
            <a:off x="14543263" y="943143"/>
            <a:ext cx="5432074" cy="7800629"/>
          </a:xfrm>
          <a:custGeom>
            <a:avLst/>
            <a:gdLst/>
            <a:ahLst/>
            <a:cxnLst/>
            <a:rect l="l" t="t" r="r" b="b"/>
            <a:pathLst>
              <a:path w="5432074" h="7800629" fill="norm" stroke="1" extrusionOk="0">
                <a:moveTo>
                  <a:pt x="0" y="0"/>
                </a:moveTo>
                <a:lnTo>
                  <a:pt x="5432074" y="0"/>
                </a:lnTo>
                <a:lnTo>
                  <a:pt x="5432074" y="7800628"/>
                </a:lnTo>
                <a:lnTo>
                  <a:pt x="0" y="78006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pic>
        <p:nvPicPr>
          <p:cNvPr id="1605409442" name="Google Shape;71;p7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9010025" y="6805719"/>
            <a:ext cx="9411951" cy="476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0117887" name="Google Shape;72;p7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 flipH="1">
            <a:off x="-133975" y="6805719"/>
            <a:ext cx="9411951" cy="47693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47235995" name="Google Shape;73;p7"/>
          <p:cNvGrpSpPr/>
          <p:nvPr/>
        </p:nvGrpSpPr>
        <p:grpSpPr bwMode="auto">
          <a:xfrm>
            <a:off x="3379231" y="5584152"/>
            <a:ext cx="11797557" cy="4051835"/>
            <a:chOff x="0" y="-38100"/>
            <a:chExt cx="3107154" cy="1067143"/>
          </a:xfrm>
        </p:grpSpPr>
        <p:sp>
          <p:nvSpPr>
            <p:cNvPr id="74" name="Google Shape;74;p7"/>
            <p:cNvSpPr/>
            <p:nvPr/>
          </p:nvSpPr>
          <p:spPr bwMode="auto">
            <a:xfrm>
              <a:off x="0" y="0"/>
              <a:ext cx="3107154" cy="1029043"/>
            </a:xfrm>
            <a:custGeom>
              <a:avLst/>
              <a:gdLst/>
              <a:ahLst/>
              <a:cxnLst/>
              <a:rect l="l" t="t" r="r" b="b"/>
              <a:pathLst>
                <a:path w="3107155" h="1029043" fill="norm" stroke="1" extrusionOk="0">
                  <a:moveTo>
                    <a:pt x="0" y="0"/>
                  </a:moveTo>
                  <a:lnTo>
                    <a:pt x="3107155" y="0"/>
                  </a:lnTo>
                  <a:lnTo>
                    <a:pt x="3107155" y="1029043"/>
                  </a:lnTo>
                  <a:lnTo>
                    <a:pt x="0" y="1029043"/>
                  </a:lnTo>
                  <a:close/>
                </a:path>
              </a:pathLst>
            </a:custGeom>
            <a:solidFill>
              <a:srgbClr val="FFFFFF"/>
            </a:solidFill>
            <a:ln w="13335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75" name="Google Shape;75;p7"/>
            <p:cNvSpPr txBox="1"/>
            <p:nvPr/>
          </p:nvSpPr>
          <p:spPr bwMode="auto">
            <a:xfrm>
              <a:off x="0" y="-38100"/>
              <a:ext cx="3107100" cy="106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pic>
        <p:nvPicPr>
          <p:cNvPr id="1042020327" name="Google Shape;76;p7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4058371" y="4429450"/>
            <a:ext cx="10439281" cy="2166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6687573" name="Google Shape;77;p7"/>
          <p:cNvGrpSpPr/>
          <p:nvPr/>
        </p:nvGrpSpPr>
        <p:grpSpPr bwMode="auto">
          <a:xfrm>
            <a:off x="7661704" y="3684547"/>
            <a:ext cx="3232485" cy="876712"/>
            <a:chOff x="0" y="-38100"/>
            <a:chExt cx="1301113" cy="352887"/>
          </a:xfrm>
        </p:grpSpPr>
        <p:sp>
          <p:nvSpPr>
            <p:cNvPr id="78" name="Google Shape;78;p7"/>
            <p:cNvSpPr/>
            <p:nvPr/>
          </p:nvSpPr>
          <p:spPr bwMode="auto">
            <a:xfrm>
              <a:off x="0" y="0"/>
              <a:ext cx="1301113" cy="314787"/>
            </a:xfrm>
            <a:custGeom>
              <a:avLst/>
              <a:gdLst/>
              <a:ahLst/>
              <a:cxnLst/>
              <a:rect l="l" t="t" r="r" b="b"/>
              <a:pathLst>
                <a:path w="1301113" h="314787" fill="norm" stroke="1" extrusionOk="0">
                  <a:moveTo>
                    <a:pt x="0" y="0"/>
                  </a:moveTo>
                  <a:lnTo>
                    <a:pt x="1301113" y="0"/>
                  </a:lnTo>
                  <a:lnTo>
                    <a:pt x="1301113" y="314787"/>
                  </a:lnTo>
                  <a:lnTo>
                    <a:pt x="0" y="314787"/>
                  </a:lnTo>
                  <a:close/>
                </a:path>
              </a:pathLst>
            </a:custGeom>
            <a:solidFill>
              <a:srgbClr val="DE494E"/>
            </a:solidFill>
            <a:ln w="7620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79" name="Google Shape;79;p7"/>
            <p:cNvSpPr txBox="1"/>
            <p:nvPr/>
          </p:nvSpPr>
          <p:spPr bwMode="auto">
            <a:xfrm>
              <a:off x="0" y="-38100"/>
              <a:ext cx="1301100" cy="35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ustom Layout 6" preserve="0" showMasterPhAnim="0" showMasterSp="1" userDrawn="1">
  <p:cSld name="CUSTOM_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6706266" name="Google Shape;81;p8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0" y="7683949"/>
            <a:ext cx="18288000" cy="92422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50388894" name="Google Shape;82;p8"/>
          <p:cNvCxnSpPr/>
          <p:nvPr/>
        </p:nvCxnSpPr>
        <p:spPr bwMode="auto">
          <a:xfrm>
            <a:off x="0" y="3955644"/>
            <a:ext cx="19182600" cy="0"/>
          </a:xfrm>
          <a:prstGeom prst="straightConnector1">
            <a:avLst/>
          </a:prstGeom>
          <a:noFill/>
          <a:ln w="123825" cap="flat" cmpd="sng">
            <a:solidFill>
              <a:srgbClr val="DE494E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372499202" name="Google Shape;83;p8"/>
          <p:cNvSpPr/>
          <p:nvPr/>
        </p:nvSpPr>
        <p:spPr bwMode="auto">
          <a:xfrm flipH="1">
            <a:off x="519811" y="1534376"/>
            <a:ext cx="5834116" cy="7922873"/>
          </a:xfrm>
          <a:custGeom>
            <a:avLst/>
            <a:gdLst/>
            <a:ahLst/>
            <a:cxnLst/>
            <a:rect l="l" t="t" r="r" b="b"/>
            <a:pathLst>
              <a:path w="5834116" h="7922873" fill="norm" stroke="1" extrusionOk="0">
                <a:moveTo>
                  <a:pt x="5834115" y="0"/>
                </a:moveTo>
                <a:lnTo>
                  <a:pt x="0" y="0"/>
                </a:lnTo>
                <a:lnTo>
                  <a:pt x="0" y="7922873"/>
                </a:lnTo>
                <a:lnTo>
                  <a:pt x="5834115" y="7922873"/>
                </a:lnTo>
                <a:lnTo>
                  <a:pt x="5834115" y="0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574423457" name="Google Shape;84;p8"/>
          <p:cNvSpPr/>
          <p:nvPr/>
        </p:nvSpPr>
        <p:spPr bwMode="auto">
          <a:xfrm flipH="1">
            <a:off x="290876" y="8148820"/>
            <a:ext cx="5573456" cy="2138180"/>
          </a:xfrm>
          <a:custGeom>
            <a:avLst/>
            <a:gdLst/>
            <a:ahLst/>
            <a:cxnLst/>
            <a:rect l="l" t="t" r="r" b="b"/>
            <a:pathLst>
              <a:path w="5573456" h="2138180" fill="norm" stroke="1" extrusionOk="0">
                <a:moveTo>
                  <a:pt x="5573456" y="0"/>
                </a:moveTo>
                <a:lnTo>
                  <a:pt x="0" y="0"/>
                </a:lnTo>
                <a:lnTo>
                  <a:pt x="0" y="2138180"/>
                </a:lnTo>
                <a:lnTo>
                  <a:pt x="5573456" y="2138180"/>
                </a:lnTo>
                <a:lnTo>
                  <a:pt x="5573456" y="0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grpSp>
        <p:nvGrpSpPr>
          <p:cNvPr id="1000719389" name="Google Shape;85;p8"/>
          <p:cNvGrpSpPr/>
          <p:nvPr/>
        </p:nvGrpSpPr>
        <p:grpSpPr bwMode="auto">
          <a:xfrm>
            <a:off x="6905713" y="3159480"/>
            <a:ext cx="1441420" cy="1441420"/>
            <a:chOff x="0" y="0"/>
            <a:chExt cx="812800" cy="812800"/>
          </a:xfrm>
        </p:grpSpPr>
        <p:sp>
          <p:nvSpPr>
            <p:cNvPr id="86" name="Google Shape;86;p8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494E"/>
            </a:solidFill>
            <a:ln w="3810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87" name="Google Shape;87;p8"/>
            <p:cNvSpPr txBox="1"/>
            <p:nvPr/>
          </p:nvSpPr>
          <p:spPr bwMode="auto">
            <a:xfrm>
              <a:off x="76200" y="38100"/>
              <a:ext cx="660299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550417892" name="Google Shape;88;p8"/>
          <p:cNvSpPr txBox="1"/>
          <p:nvPr/>
        </p:nvSpPr>
        <p:spPr bwMode="auto">
          <a:xfrm>
            <a:off x="5864332" y="3527757"/>
            <a:ext cx="3524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8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01</a:t>
            </a:r>
            <a:endParaRPr/>
          </a:p>
        </p:txBody>
      </p:sp>
      <p:grpSp>
        <p:nvGrpSpPr>
          <p:cNvPr id="1312584844" name="Google Shape;89;p8"/>
          <p:cNvGrpSpPr/>
          <p:nvPr/>
        </p:nvGrpSpPr>
        <p:grpSpPr bwMode="auto">
          <a:xfrm>
            <a:off x="9820714" y="3159480"/>
            <a:ext cx="1441420" cy="1441420"/>
            <a:chOff x="0" y="0"/>
            <a:chExt cx="812800" cy="812800"/>
          </a:xfrm>
        </p:grpSpPr>
        <p:sp>
          <p:nvSpPr>
            <p:cNvPr id="90" name="Google Shape;90;p8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494E"/>
            </a:solidFill>
            <a:ln w="3810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1" name="Google Shape;91;p8"/>
            <p:cNvSpPr txBox="1"/>
            <p:nvPr/>
          </p:nvSpPr>
          <p:spPr bwMode="auto">
            <a:xfrm>
              <a:off x="76200" y="38100"/>
              <a:ext cx="660299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502136446" name="Google Shape;92;p8"/>
          <p:cNvSpPr txBox="1"/>
          <p:nvPr/>
        </p:nvSpPr>
        <p:spPr bwMode="auto">
          <a:xfrm>
            <a:off x="8779333" y="3527757"/>
            <a:ext cx="3524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8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02</a:t>
            </a:r>
            <a:endParaRPr/>
          </a:p>
        </p:txBody>
      </p:sp>
      <p:grpSp>
        <p:nvGrpSpPr>
          <p:cNvPr id="978248196" name="Google Shape;93;p8"/>
          <p:cNvGrpSpPr/>
          <p:nvPr/>
        </p:nvGrpSpPr>
        <p:grpSpPr bwMode="auto">
          <a:xfrm>
            <a:off x="12735714" y="3159480"/>
            <a:ext cx="1441420" cy="1441420"/>
            <a:chOff x="0" y="0"/>
            <a:chExt cx="812800" cy="812800"/>
          </a:xfrm>
        </p:grpSpPr>
        <p:sp>
          <p:nvSpPr>
            <p:cNvPr id="94" name="Google Shape;94;p8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494E"/>
            </a:solidFill>
            <a:ln w="3810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5" name="Google Shape;95;p8"/>
            <p:cNvSpPr txBox="1"/>
            <p:nvPr/>
          </p:nvSpPr>
          <p:spPr bwMode="auto">
            <a:xfrm>
              <a:off x="76200" y="38100"/>
              <a:ext cx="660299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09044838" name="Google Shape;96;p8"/>
          <p:cNvSpPr txBox="1"/>
          <p:nvPr/>
        </p:nvSpPr>
        <p:spPr bwMode="auto">
          <a:xfrm>
            <a:off x="11694334" y="3527757"/>
            <a:ext cx="3524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8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03</a:t>
            </a:r>
            <a:endParaRPr/>
          </a:p>
        </p:txBody>
      </p:sp>
      <p:grpSp>
        <p:nvGrpSpPr>
          <p:cNvPr id="1486143617" name="Google Shape;97;p8"/>
          <p:cNvGrpSpPr/>
          <p:nvPr/>
        </p:nvGrpSpPr>
        <p:grpSpPr bwMode="auto">
          <a:xfrm>
            <a:off x="15650717" y="3159480"/>
            <a:ext cx="1441420" cy="1441420"/>
            <a:chOff x="0" y="0"/>
            <a:chExt cx="812800" cy="812800"/>
          </a:xfrm>
        </p:grpSpPr>
        <p:sp>
          <p:nvSpPr>
            <p:cNvPr id="98" name="Google Shape;98;p8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494E"/>
            </a:solidFill>
            <a:ln w="3810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99" name="Google Shape;99;p8"/>
            <p:cNvSpPr txBox="1"/>
            <p:nvPr/>
          </p:nvSpPr>
          <p:spPr bwMode="auto">
            <a:xfrm>
              <a:off x="76200" y="38100"/>
              <a:ext cx="660299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441142230" name="Google Shape;100;p8"/>
          <p:cNvSpPr txBox="1"/>
          <p:nvPr/>
        </p:nvSpPr>
        <p:spPr bwMode="auto">
          <a:xfrm>
            <a:off x="14609335" y="3527757"/>
            <a:ext cx="3524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8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04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ustom Layout 7" preserve="0" showMasterPhAnim="0" showMasterSp="1" userDrawn="1">
  <p:cSld name="CUSTOM_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58153005" name="Google Shape;102;p9"/>
          <p:cNvGrpSpPr/>
          <p:nvPr/>
        </p:nvGrpSpPr>
        <p:grpSpPr bwMode="auto">
          <a:xfrm>
            <a:off x="2038043" y="2821278"/>
            <a:ext cx="2948838" cy="2948838"/>
            <a:chOff x="0" y="0"/>
            <a:chExt cx="812800" cy="812800"/>
          </a:xfrm>
        </p:grpSpPr>
        <p:sp>
          <p:nvSpPr>
            <p:cNvPr id="103" name="Google Shape;103;p9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494E"/>
            </a:solidFill>
            <a:ln w="3810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4" name="Google Shape;104;p9"/>
            <p:cNvSpPr txBox="1"/>
            <p:nvPr/>
          </p:nvSpPr>
          <p:spPr bwMode="auto">
            <a:xfrm>
              <a:off x="76200" y="38100"/>
              <a:ext cx="660299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534045037" name="Google Shape;105;p9"/>
          <p:cNvGrpSpPr/>
          <p:nvPr/>
        </p:nvGrpSpPr>
        <p:grpSpPr bwMode="auto">
          <a:xfrm>
            <a:off x="9453093" y="2821278"/>
            <a:ext cx="2948838" cy="2948838"/>
            <a:chOff x="0" y="0"/>
            <a:chExt cx="812800" cy="812800"/>
          </a:xfrm>
        </p:grpSpPr>
        <p:sp>
          <p:nvSpPr>
            <p:cNvPr id="106" name="Google Shape;106;p9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494E"/>
            </a:solidFill>
            <a:ln w="3810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07" name="Google Shape;107;p9"/>
            <p:cNvSpPr txBox="1"/>
            <p:nvPr/>
          </p:nvSpPr>
          <p:spPr bwMode="auto">
            <a:xfrm>
              <a:off x="76200" y="38100"/>
              <a:ext cx="660299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50282309" name="Google Shape;108;p9"/>
          <p:cNvGrpSpPr/>
          <p:nvPr/>
        </p:nvGrpSpPr>
        <p:grpSpPr bwMode="auto">
          <a:xfrm>
            <a:off x="5601738" y="5177059"/>
            <a:ext cx="2948818" cy="2948818"/>
            <a:chOff x="0" y="0"/>
            <a:chExt cx="812800" cy="812800"/>
          </a:xfrm>
        </p:grpSpPr>
        <p:sp>
          <p:nvSpPr>
            <p:cNvPr id="109" name="Google Shape;109;p9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494E"/>
            </a:solidFill>
            <a:ln w="3810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0" name="Google Shape;110;p9"/>
            <p:cNvSpPr txBox="1"/>
            <p:nvPr/>
          </p:nvSpPr>
          <p:spPr bwMode="auto">
            <a:xfrm>
              <a:off x="76200" y="38100"/>
              <a:ext cx="660299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142173925" name="Google Shape;111;p9"/>
          <p:cNvGrpSpPr/>
          <p:nvPr/>
        </p:nvGrpSpPr>
        <p:grpSpPr bwMode="auto">
          <a:xfrm>
            <a:off x="13301110" y="5177059"/>
            <a:ext cx="2948818" cy="2948818"/>
            <a:chOff x="0" y="0"/>
            <a:chExt cx="812800" cy="812800"/>
          </a:xfrm>
        </p:grpSpPr>
        <p:sp>
          <p:nvSpPr>
            <p:cNvPr id="112" name="Google Shape;112;p9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494E"/>
            </a:solidFill>
            <a:ln w="3810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13" name="Google Shape;113;p9"/>
            <p:cNvSpPr txBox="1"/>
            <p:nvPr/>
          </p:nvSpPr>
          <p:spPr bwMode="auto">
            <a:xfrm>
              <a:off x="76200" y="38100"/>
              <a:ext cx="660299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pic>
        <p:nvPicPr>
          <p:cNvPr id="1307398918" name="Google Shape;114;p9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9010025" y="8748819"/>
            <a:ext cx="9411951" cy="476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422044" name="Google Shape;115;p9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 flipH="1">
            <a:off x="-133975" y="8748819"/>
            <a:ext cx="9411951" cy="4769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ustom Layout 8" preserve="0" showMasterPhAnim="0" showMasterSp="1" userDrawn="1">
  <p:cSld name="CUSTOM_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18749682" name="Google Shape;117;p10"/>
          <p:cNvGrpSpPr/>
          <p:nvPr/>
        </p:nvGrpSpPr>
        <p:grpSpPr bwMode="auto">
          <a:xfrm>
            <a:off x="7355432" y="-144662"/>
            <a:ext cx="10932794" cy="10431728"/>
            <a:chOff x="0" y="-38100"/>
            <a:chExt cx="2879400" cy="2747433"/>
          </a:xfrm>
        </p:grpSpPr>
        <p:sp>
          <p:nvSpPr>
            <p:cNvPr id="118" name="Google Shape;118;p10"/>
            <p:cNvSpPr/>
            <p:nvPr/>
          </p:nvSpPr>
          <p:spPr bwMode="auto">
            <a:xfrm>
              <a:off x="0" y="0"/>
              <a:ext cx="2879360" cy="2709333"/>
            </a:xfrm>
            <a:custGeom>
              <a:avLst/>
              <a:gdLst/>
              <a:ahLst/>
              <a:cxnLst/>
              <a:rect l="l" t="t" r="r" b="b"/>
              <a:pathLst>
                <a:path w="2879360" h="2709333" fill="norm" stroke="1" extrusionOk="0">
                  <a:moveTo>
                    <a:pt x="0" y="0"/>
                  </a:moveTo>
                  <a:lnTo>
                    <a:pt x="2879360" y="0"/>
                  </a:lnTo>
                  <a:lnTo>
                    <a:pt x="287936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3EBFB"/>
            </a:solidFill>
            <a:ln>
              <a:noFill/>
            </a:ln>
          </p:spPr>
        </p:sp>
        <p:sp>
          <p:nvSpPr>
            <p:cNvPr id="119" name="Google Shape;119;p10"/>
            <p:cNvSpPr txBox="1"/>
            <p:nvPr/>
          </p:nvSpPr>
          <p:spPr bwMode="auto">
            <a:xfrm>
              <a:off x="0" y="-38100"/>
              <a:ext cx="2879400" cy="27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pic>
        <p:nvPicPr>
          <p:cNvPr id="585971903" name="Google Shape;120;p10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7939975" y="1474150"/>
            <a:ext cx="9763542" cy="73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ustom Layout 9" preserve="0" showMasterPhAnim="0" showMasterSp="1" userDrawn="1">
  <p:cSld name="CUSTOM_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1606269" name="Google Shape;122;p11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 flipH="1">
            <a:off x="0" y="7683949"/>
            <a:ext cx="18288000" cy="9242201"/>
          </a:xfrm>
          <a:prstGeom prst="rect">
            <a:avLst/>
          </a:prstGeom>
          <a:noFill/>
          <a:ln>
            <a:noFill/>
          </a:ln>
        </p:spPr>
      </p:pic>
      <p:sp>
        <p:nvSpPr>
          <p:cNvPr id="1036610917" name="Google Shape;123;p11"/>
          <p:cNvSpPr/>
          <p:nvPr/>
        </p:nvSpPr>
        <p:spPr bwMode="auto">
          <a:xfrm>
            <a:off x="13499089" y="294710"/>
            <a:ext cx="6767514" cy="9718362"/>
          </a:xfrm>
          <a:custGeom>
            <a:avLst/>
            <a:gdLst/>
            <a:ahLst/>
            <a:cxnLst/>
            <a:rect l="l" t="t" r="r" b="b"/>
            <a:pathLst>
              <a:path w="6767514" h="9718362" fill="norm" stroke="1" extrusionOk="0">
                <a:moveTo>
                  <a:pt x="0" y="0"/>
                </a:moveTo>
                <a:lnTo>
                  <a:pt x="6767514" y="0"/>
                </a:lnTo>
                <a:lnTo>
                  <a:pt x="6767514" y="9718362"/>
                </a:lnTo>
                <a:lnTo>
                  <a:pt x="0" y="97183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806816720" name="Google Shape;124;p11"/>
          <p:cNvSpPr/>
          <p:nvPr/>
        </p:nvSpPr>
        <p:spPr bwMode="auto">
          <a:xfrm flipH="1">
            <a:off x="10126031" y="3919306"/>
            <a:ext cx="7520422" cy="6262461"/>
          </a:xfrm>
          <a:custGeom>
            <a:avLst/>
            <a:gdLst/>
            <a:ahLst/>
            <a:cxnLst/>
            <a:rect l="l" t="t" r="r" b="b"/>
            <a:pathLst>
              <a:path w="7520422" h="6262461" fill="norm" stroke="1" extrusionOk="0">
                <a:moveTo>
                  <a:pt x="7520422" y="0"/>
                </a:moveTo>
                <a:lnTo>
                  <a:pt x="0" y="0"/>
                </a:lnTo>
                <a:lnTo>
                  <a:pt x="0" y="6262461"/>
                </a:lnTo>
                <a:lnTo>
                  <a:pt x="7520422" y="6262461"/>
                </a:lnTo>
                <a:lnTo>
                  <a:pt x="7520422" y="0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grpSp>
        <p:nvGrpSpPr>
          <p:cNvPr id="1892780671" name="Google Shape;125;p11"/>
          <p:cNvGrpSpPr/>
          <p:nvPr/>
        </p:nvGrpSpPr>
        <p:grpSpPr bwMode="auto">
          <a:xfrm>
            <a:off x="1028700" y="2785400"/>
            <a:ext cx="4827481" cy="2622139"/>
            <a:chOff x="0" y="-38100"/>
            <a:chExt cx="1271427" cy="690600"/>
          </a:xfrm>
        </p:grpSpPr>
        <p:sp>
          <p:nvSpPr>
            <p:cNvPr id="126" name="Google Shape;126;p11"/>
            <p:cNvSpPr/>
            <p:nvPr/>
          </p:nvSpPr>
          <p:spPr bwMode="auto">
            <a:xfrm>
              <a:off x="0" y="0"/>
              <a:ext cx="1271427" cy="652489"/>
            </a:xfrm>
            <a:custGeom>
              <a:avLst/>
              <a:gdLst/>
              <a:ahLst/>
              <a:cxnLst/>
              <a:rect l="l" t="t" r="r" b="b"/>
              <a:pathLst>
                <a:path w="1271427" h="652489" fill="norm" stroke="1" extrusionOk="0">
                  <a:moveTo>
                    <a:pt x="0" y="0"/>
                  </a:moveTo>
                  <a:lnTo>
                    <a:pt x="1271427" y="0"/>
                  </a:lnTo>
                  <a:lnTo>
                    <a:pt x="1271427" y="652489"/>
                  </a:lnTo>
                  <a:lnTo>
                    <a:pt x="0" y="652489"/>
                  </a:lnTo>
                  <a:close/>
                </a:path>
              </a:pathLst>
            </a:custGeom>
            <a:solidFill>
              <a:srgbClr val="DE494E"/>
            </a:solidFill>
            <a:ln w="13335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27" name="Google Shape;127;p11"/>
            <p:cNvSpPr txBox="1"/>
            <p:nvPr/>
          </p:nvSpPr>
          <p:spPr bwMode="auto">
            <a:xfrm>
              <a:off x="0" y="-38100"/>
              <a:ext cx="1271400" cy="69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2133204316" name="Google Shape;128;p11"/>
          <p:cNvGrpSpPr/>
          <p:nvPr/>
        </p:nvGrpSpPr>
        <p:grpSpPr bwMode="auto">
          <a:xfrm>
            <a:off x="6358921" y="2785400"/>
            <a:ext cx="4827481" cy="2622139"/>
            <a:chOff x="0" y="-38100"/>
            <a:chExt cx="1271427" cy="690600"/>
          </a:xfrm>
        </p:grpSpPr>
        <p:sp>
          <p:nvSpPr>
            <p:cNvPr id="129" name="Google Shape;129;p11"/>
            <p:cNvSpPr/>
            <p:nvPr/>
          </p:nvSpPr>
          <p:spPr bwMode="auto">
            <a:xfrm>
              <a:off x="0" y="0"/>
              <a:ext cx="1271427" cy="652489"/>
            </a:xfrm>
            <a:custGeom>
              <a:avLst/>
              <a:gdLst/>
              <a:ahLst/>
              <a:cxnLst/>
              <a:rect l="l" t="t" r="r" b="b"/>
              <a:pathLst>
                <a:path w="1271427" h="652489" fill="norm" stroke="1" extrusionOk="0">
                  <a:moveTo>
                    <a:pt x="0" y="0"/>
                  </a:moveTo>
                  <a:lnTo>
                    <a:pt x="1271427" y="0"/>
                  </a:lnTo>
                  <a:lnTo>
                    <a:pt x="1271427" y="652489"/>
                  </a:lnTo>
                  <a:lnTo>
                    <a:pt x="0" y="652489"/>
                  </a:lnTo>
                  <a:close/>
                </a:path>
              </a:pathLst>
            </a:custGeom>
            <a:solidFill>
              <a:srgbClr val="DE494E"/>
            </a:solidFill>
            <a:ln w="13335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30" name="Google Shape;130;p11"/>
            <p:cNvSpPr txBox="1"/>
            <p:nvPr/>
          </p:nvSpPr>
          <p:spPr bwMode="auto">
            <a:xfrm>
              <a:off x="0" y="-38100"/>
              <a:ext cx="1271400" cy="69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1286206862" name="Google Shape;131;p11"/>
          <p:cNvGrpSpPr/>
          <p:nvPr/>
        </p:nvGrpSpPr>
        <p:grpSpPr bwMode="auto">
          <a:xfrm>
            <a:off x="1028700" y="5786692"/>
            <a:ext cx="4827481" cy="2622139"/>
            <a:chOff x="0" y="-38100"/>
            <a:chExt cx="1271427" cy="690600"/>
          </a:xfrm>
        </p:grpSpPr>
        <p:sp>
          <p:nvSpPr>
            <p:cNvPr id="132" name="Google Shape;132;p11"/>
            <p:cNvSpPr/>
            <p:nvPr/>
          </p:nvSpPr>
          <p:spPr bwMode="auto">
            <a:xfrm>
              <a:off x="0" y="0"/>
              <a:ext cx="1271427" cy="652489"/>
            </a:xfrm>
            <a:custGeom>
              <a:avLst/>
              <a:gdLst/>
              <a:ahLst/>
              <a:cxnLst/>
              <a:rect l="l" t="t" r="r" b="b"/>
              <a:pathLst>
                <a:path w="1271427" h="652489" fill="norm" stroke="1" extrusionOk="0">
                  <a:moveTo>
                    <a:pt x="0" y="0"/>
                  </a:moveTo>
                  <a:lnTo>
                    <a:pt x="1271427" y="0"/>
                  </a:lnTo>
                  <a:lnTo>
                    <a:pt x="1271427" y="652489"/>
                  </a:lnTo>
                  <a:lnTo>
                    <a:pt x="0" y="652489"/>
                  </a:lnTo>
                  <a:close/>
                </a:path>
              </a:pathLst>
            </a:custGeom>
            <a:solidFill>
              <a:srgbClr val="DE494E"/>
            </a:solidFill>
            <a:ln w="13335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33" name="Google Shape;133;p11"/>
            <p:cNvSpPr txBox="1"/>
            <p:nvPr/>
          </p:nvSpPr>
          <p:spPr bwMode="auto">
            <a:xfrm>
              <a:off x="0" y="-38100"/>
              <a:ext cx="1271400" cy="69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1954515660" name="Google Shape;134;p11"/>
          <p:cNvGrpSpPr/>
          <p:nvPr/>
        </p:nvGrpSpPr>
        <p:grpSpPr bwMode="auto">
          <a:xfrm>
            <a:off x="6358921" y="5786692"/>
            <a:ext cx="4827481" cy="2622139"/>
            <a:chOff x="0" y="-38100"/>
            <a:chExt cx="1271427" cy="690600"/>
          </a:xfrm>
        </p:grpSpPr>
        <p:sp>
          <p:nvSpPr>
            <p:cNvPr id="135" name="Google Shape;135;p11"/>
            <p:cNvSpPr/>
            <p:nvPr/>
          </p:nvSpPr>
          <p:spPr bwMode="auto">
            <a:xfrm>
              <a:off x="0" y="0"/>
              <a:ext cx="1271427" cy="652489"/>
            </a:xfrm>
            <a:custGeom>
              <a:avLst/>
              <a:gdLst/>
              <a:ahLst/>
              <a:cxnLst/>
              <a:rect l="l" t="t" r="r" b="b"/>
              <a:pathLst>
                <a:path w="1271427" h="652489" fill="norm" stroke="1" extrusionOk="0">
                  <a:moveTo>
                    <a:pt x="0" y="0"/>
                  </a:moveTo>
                  <a:lnTo>
                    <a:pt x="1271427" y="0"/>
                  </a:lnTo>
                  <a:lnTo>
                    <a:pt x="1271427" y="652489"/>
                  </a:lnTo>
                  <a:lnTo>
                    <a:pt x="0" y="652489"/>
                  </a:lnTo>
                  <a:close/>
                </a:path>
              </a:pathLst>
            </a:custGeom>
            <a:solidFill>
              <a:srgbClr val="DE494E"/>
            </a:solidFill>
            <a:ln w="13335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36" name="Google Shape;136;p11"/>
            <p:cNvSpPr txBox="1"/>
            <p:nvPr/>
          </p:nvSpPr>
          <p:spPr bwMode="auto">
            <a:xfrm>
              <a:off x="0" y="-38100"/>
              <a:ext cx="1271400" cy="69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ustom Layout 9 1" preserve="0" showMasterPhAnim="0" showMasterSp="1" userDrawn="1">
  <p:cSld name="CUSTOM_8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81931734" name="Google Shape;138;p12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0" y="7683949"/>
            <a:ext cx="18288000" cy="9242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3114229" name="Google Shape;139;p12"/>
          <p:cNvGrpSpPr/>
          <p:nvPr/>
        </p:nvGrpSpPr>
        <p:grpSpPr bwMode="auto">
          <a:xfrm>
            <a:off x="7018072" y="1049482"/>
            <a:ext cx="4251838" cy="4251838"/>
            <a:chOff x="0" y="0"/>
            <a:chExt cx="812800" cy="812800"/>
          </a:xfrm>
        </p:grpSpPr>
        <p:sp>
          <p:nvSpPr>
            <p:cNvPr id="140" name="Google Shape;140;p12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494E"/>
            </a:solidFill>
            <a:ln w="3810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41" name="Google Shape;141;p12"/>
            <p:cNvSpPr txBox="1"/>
            <p:nvPr/>
          </p:nvSpPr>
          <p:spPr bwMode="auto">
            <a:xfrm>
              <a:off x="76200" y="38100"/>
              <a:ext cx="660299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1189162166" name="Google Shape;142;p12"/>
          <p:cNvGrpSpPr/>
          <p:nvPr/>
        </p:nvGrpSpPr>
        <p:grpSpPr bwMode="auto">
          <a:xfrm>
            <a:off x="12538051" y="1256375"/>
            <a:ext cx="4251838" cy="4251838"/>
            <a:chOff x="0" y="0"/>
            <a:chExt cx="812800" cy="812800"/>
          </a:xfrm>
        </p:grpSpPr>
        <p:sp>
          <p:nvSpPr>
            <p:cNvPr id="143" name="Google Shape;143;p12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494E"/>
            </a:solidFill>
            <a:ln w="3810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44" name="Google Shape;144;p12"/>
            <p:cNvSpPr txBox="1"/>
            <p:nvPr/>
          </p:nvSpPr>
          <p:spPr bwMode="auto">
            <a:xfrm>
              <a:off x="76200" y="38100"/>
              <a:ext cx="660299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2136268781" name="Google Shape;145;p12"/>
          <p:cNvGrpSpPr/>
          <p:nvPr/>
        </p:nvGrpSpPr>
        <p:grpSpPr bwMode="auto">
          <a:xfrm>
            <a:off x="9677158" y="5143500"/>
            <a:ext cx="4251838" cy="4251838"/>
            <a:chOff x="0" y="0"/>
            <a:chExt cx="812800" cy="812800"/>
          </a:xfrm>
        </p:grpSpPr>
        <p:sp>
          <p:nvSpPr>
            <p:cNvPr id="146" name="Google Shape;146;p12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494E"/>
            </a:solidFill>
            <a:ln w="3810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47" name="Google Shape;147;p12"/>
            <p:cNvSpPr txBox="1"/>
            <p:nvPr/>
          </p:nvSpPr>
          <p:spPr bwMode="auto">
            <a:xfrm>
              <a:off x="76200" y="38100"/>
              <a:ext cx="660299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557777388" name="Google Shape;148;p12"/>
          <p:cNvSpPr/>
          <p:nvPr/>
        </p:nvSpPr>
        <p:spPr bwMode="auto">
          <a:xfrm>
            <a:off x="-836761" y="1456309"/>
            <a:ext cx="5135251" cy="7374381"/>
          </a:xfrm>
          <a:custGeom>
            <a:avLst/>
            <a:gdLst/>
            <a:ahLst/>
            <a:cxnLst/>
            <a:rect l="l" t="t" r="r" b="b"/>
            <a:pathLst>
              <a:path w="5135251" h="7374381" fill="norm" stroke="1" extrusionOk="0">
                <a:moveTo>
                  <a:pt x="0" y="0"/>
                </a:moveTo>
                <a:lnTo>
                  <a:pt x="5135251" y="0"/>
                </a:lnTo>
                <a:lnTo>
                  <a:pt x="5135251" y="7374382"/>
                </a:lnTo>
                <a:lnTo>
                  <a:pt x="0" y="73743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080907420" name="Google Shape;149;p12"/>
          <p:cNvSpPr/>
          <p:nvPr/>
        </p:nvSpPr>
        <p:spPr bwMode="auto">
          <a:xfrm flipH="1">
            <a:off x="264643" y="1028700"/>
            <a:ext cx="7053141" cy="9258300"/>
          </a:xfrm>
          <a:custGeom>
            <a:avLst/>
            <a:gdLst/>
            <a:ahLst/>
            <a:cxnLst/>
            <a:rect l="l" t="t" r="r" b="b"/>
            <a:pathLst>
              <a:path w="7053141" h="9258300" fill="norm" stroke="1" extrusionOk="0">
                <a:moveTo>
                  <a:pt x="7053141" y="0"/>
                </a:moveTo>
                <a:lnTo>
                  <a:pt x="0" y="0"/>
                </a:lnTo>
                <a:lnTo>
                  <a:pt x="0" y="9258300"/>
                </a:lnTo>
                <a:lnTo>
                  <a:pt x="7053141" y="9258300"/>
                </a:lnTo>
                <a:lnTo>
                  <a:pt x="7053141" y="0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 l="0" t="0" r="0" b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ustom Layout 9 1 1" preserve="0" showMasterPhAnim="0" showMasterSp="1" userDrawn="1">
  <p:cSld name="CUSTOM_8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29971393" name="Google Shape;151;p13"/>
          <p:cNvGrpSpPr/>
          <p:nvPr/>
        </p:nvGrpSpPr>
        <p:grpSpPr bwMode="auto">
          <a:xfrm>
            <a:off x="1153788" y="706868"/>
            <a:ext cx="7498845" cy="4651906"/>
            <a:chOff x="0" y="-38100"/>
            <a:chExt cx="2179200" cy="1351866"/>
          </a:xfrm>
        </p:grpSpPr>
        <p:sp>
          <p:nvSpPr>
            <p:cNvPr id="152" name="Google Shape;152;p13"/>
            <p:cNvSpPr/>
            <p:nvPr/>
          </p:nvSpPr>
          <p:spPr bwMode="auto">
            <a:xfrm>
              <a:off x="0" y="0"/>
              <a:ext cx="2179124" cy="1313766"/>
            </a:xfrm>
            <a:custGeom>
              <a:avLst/>
              <a:gdLst/>
              <a:ahLst/>
              <a:cxnLst/>
              <a:rect l="l" t="t" r="r" b="b"/>
              <a:pathLst>
                <a:path w="2179124" h="1313766" fill="norm" stroke="1" extrusionOk="0">
                  <a:moveTo>
                    <a:pt x="0" y="0"/>
                  </a:moveTo>
                  <a:lnTo>
                    <a:pt x="2179124" y="0"/>
                  </a:lnTo>
                  <a:lnTo>
                    <a:pt x="2179124" y="1313766"/>
                  </a:lnTo>
                  <a:lnTo>
                    <a:pt x="0" y="1313766"/>
                  </a:lnTo>
                  <a:close/>
                </a:path>
              </a:pathLst>
            </a:custGeom>
            <a:solidFill>
              <a:srgbClr val="FFFFFF"/>
            </a:solidFill>
            <a:ln w="13335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53" name="Google Shape;153;p13"/>
            <p:cNvSpPr txBox="1"/>
            <p:nvPr/>
          </p:nvSpPr>
          <p:spPr bwMode="auto">
            <a:xfrm>
              <a:off x="0" y="-38100"/>
              <a:ext cx="2179200" cy="135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1596467207" name="Google Shape;154;p13"/>
          <p:cNvGrpSpPr/>
          <p:nvPr/>
        </p:nvGrpSpPr>
        <p:grpSpPr bwMode="auto">
          <a:xfrm>
            <a:off x="9597162" y="5012394"/>
            <a:ext cx="7498845" cy="4651906"/>
            <a:chOff x="0" y="-38100"/>
            <a:chExt cx="2179200" cy="1351866"/>
          </a:xfrm>
        </p:grpSpPr>
        <p:sp>
          <p:nvSpPr>
            <p:cNvPr id="155" name="Google Shape;155;p13"/>
            <p:cNvSpPr/>
            <p:nvPr/>
          </p:nvSpPr>
          <p:spPr bwMode="auto">
            <a:xfrm>
              <a:off x="0" y="0"/>
              <a:ext cx="2179124" cy="1313766"/>
            </a:xfrm>
            <a:custGeom>
              <a:avLst/>
              <a:gdLst/>
              <a:ahLst/>
              <a:cxnLst/>
              <a:rect l="l" t="t" r="r" b="b"/>
              <a:pathLst>
                <a:path w="2179124" h="1313766" fill="norm" stroke="1" extrusionOk="0">
                  <a:moveTo>
                    <a:pt x="0" y="0"/>
                  </a:moveTo>
                  <a:lnTo>
                    <a:pt x="2179124" y="0"/>
                  </a:lnTo>
                  <a:lnTo>
                    <a:pt x="2179124" y="1313766"/>
                  </a:lnTo>
                  <a:lnTo>
                    <a:pt x="0" y="1313766"/>
                  </a:lnTo>
                  <a:close/>
                </a:path>
              </a:pathLst>
            </a:custGeom>
            <a:solidFill>
              <a:srgbClr val="FFFFFF"/>
            </a:solidFill>
            <a:ln w="13335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56" name="Google Shape;156;p13"/>
            <p:cNvSpPr txBox="1"/>
            <p:nvPr/>
          </p:nvSpPr>
          <p:spPr bwMode="auto">
            <a:xfrm>
              <a:off x="0" y="-38100"/>
              <a:ext cx="2179200" cy="135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pic>
        <p:nvPicPr>
          <p:cNvPr id="426901288" name="Google Shape;157;p13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917312" y="5781385"/>
            <a:ext cx="7971523" cy="5998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ustom Layout 9 1 1 1" preserve="0" showMasterPhAnim="0" showMasterSp="1" userDrawn="1">
  <p:cSld name="CUSTOM_8_1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66417" name="Google Shape;159;p14"/>
          <p:cNvSpPr/>
          <p:nvPr>
            <p:ph type="pic" idx="2"/>
          </p:nvPr>
        </p:nvSpPr>
        <p:spPr bwMode="auto">
          <a:xfrm>
            <a:off x="1172300" y="1025775"/>
            <a:ext cx="6570300" cy="8759100"/>
          </a:xfrm>
          <a:prstGeom prst="rect">
            <a:avLst/>
          </a:prstGeom>
          <a:noFill/>
          <a:ln>
            <a:noFill/>
          </a:ln>
        </p:spPr>
      </p:sp>
      <p:sp>
        <p:nvSpPr>
          <p:cNvPr id="1455897972" name="Google Shape;160;p14"/>
          <p:cNvSpPr/>
          <p:nvPr>
            <p:ph type="pic" idx="3"/>
          </p:nvPr>
        </p:nvSpPr>
        <p:spPr bwMode="auto">
          <a:xfrm>
            <a:off x="8400350" y="4871025"/>
            <a:ext cx="3971700" cy="3971700"/>
          </a:xfrm>
          <a:prstGeom prst="rect">
            <a:avLst/>
          </a:prstGeom>
          <a:noFill/>
          <a:ln>
            <a:noFill/>
          </a:ln>
        </p:spPr>
      </p:sp>
      <p:sp>
        <p:nvSpPr>
          <p:cNvPr id="1750280389" name="Google Shape;161;p14"/>
          <p:cNvSpPr/>
          <p:nvPr>
            <p:ph type="pic" idx="4"/>
          </p:nvPr>
        </p:nvSpPr>
        <p:spPr bwMode="auto">
          <a:xfrm>
            <a:off x="12908174" y="4871025"/>
            <a:ext cx="3971700" cy="3971700"/>
          </a:xfrm>
          <a:prstGeom prst="rect">
            <a:avLst/>
          </a:prstGeom>
          <a:noFill/>
          <a:ln>
            <a:noFill/>
          </a:ln>
        </p:spPr>
      </p:sp>
      <p:pic>
        <p:nvPicPr>
          <p:cNvPr id="1017562911" name="Google Shape;162;p14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 flipH="1">
            <a:off x="0" y="7683949"/>
            <a:ext cx="18288000" cy="9242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ustom Layout 9 1 1 1 1" preserve="0" showMasterPhAnim="0" showMasterSp="1" userDrawn="1">
  <p:cSld name="CUSTOM_8_1_1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87920196" name="Google Shape;164;p15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>
            <a:off x="9010025" y="6805719"/>
            <a:ext cx="9411951" cy="476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102759" name="Google Shape;165;p15"/>
          <p:cNvPicPr/>
          <p:nvPr/>
        </p:nvPicPr>
        <p:blipFill rotWithShape="1">
          <a:blip r:embed="rId2">
            <a:alphaModFix/>
          </a:blip>
          <a:stretch/>
        </p:blipFill>
        <p:spPr bwMode="auto">
          <a:xfrm flipH="1">
            <a:off x="-133975" y="6805719"/>
            <a:ext cx="9411951" cy="47693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267995" name="Google Shape;166;p15"/>
          <p:cNvGrpSpPr/>
          <p:nvPr/>
        </p:nvGrpSpPr>
        <p:grpSpPr bwMode="auto">
          <a:xfrm>
            <a:off x="790804" y="3068270"/>
            <a:ext cx="11361608" cy="4051835"/>
            <a:chOff x="0" y="-38100"/>
            <a:chExt cx="2992338" cy="1067143"/>
          </a:xfrm>
        </p:grpSpPr>
        <p:sp>
          <p:nvSpPr>
            <p:cNvPr id="167" name="Google Shape;167;p15"/>
            <p:cNvSpPr/>
            <p:nvPr/>
          </p:nvSpPr>
          <p:spPr bwMode="auto">
            <a:xfrm>
              <a:off x="0" y="0"/>
              <a:ext cx="2992338" cy="1029043"/>
            </a:xfrm>
            <a:custGeom>
              <a:avLst/>
              <a:gdLst/>
              <a:ahLst/>
              <a:cxnLst/>
              <a:rect l="l" t="t" r="r" b="b"/>
              <a:pathLst>
                <a:path w="2992338" h="1029043" fill="norm" stroke="1" extrusionOk="0">
                  <a:moveTo>
                    <a:pt x="0" y="0"/>
                  </a:moveTo>
                  <a:lnTo>
                    <a:pt x="2992338" y="0"/>
                  </a:lnTo>
                  <a:lnTo>
                    <a:pt x="2992338" y="1029043"/>
                  </a:lnTo>
                  <a:lnTo>
                    <a:pt x="0" y="1029043"/>
                  </a:lnTo>
                  <a:close/>
                </a:path>
              </a:pathLst>
            </a:custGeom>
            <a:solidFill>
              <a:srgbClr val="FFFFFF"/>
            </a:solidFill>
            <a:ln w="13335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68" name="Google Shape;168;p15"/>
            <p:cNvSpPr txBox="1"/>
            <p:nvPr/>
          </p:nvSpPr>
          <p:spPr bwMode="auto">
            <a:xfrm>
              <a:off x="0" y="-38100"/>
              <a:ext cx="2992199" cy="106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pic>
        <p:nvPicPr>
          <p:cNvPr id="107345862" name="Google Shape;169;p15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1251909" y="1913575"/>
            <a:ext cx="10439281" cy="216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4253605" name="Google Shape;170;p15"/>
          <p:cNvSpPr/>
          <p:nvPr/>
        </p:nvSpPr>
        <p:spPr bwMode="auto">
          <a:xfrm>
            <a:off x="11252648" y="1831041"/>
            <a:ext cx="6442598" cy="8749207"/>
          </a:xfrm>
          <a:custGeom>
            <a:avLst/>
            <a:gdLst/>
            <a:ahLst/>
            <a:cxnLst/>
            <a:rect l="l" t="t" r="r" b="b"/>
            <a:pathLst>
              <a:path w="6442598" h="8749207" fill="norm" stroke="1" extrusionOk="0">
                <a:moveTo>
                  <a:pt x="0" y="0"/>
                </a:moveTo>
                <a:lnTo>
                  <a:pt x="6442598" y="0"/>
                </a:lnTo>
                <a:lnTo>
                  <a:pt x="6442598" y="8749207"/>
                </a:lnTo>
                <a:lnTo>
                  <a:pt x="0" y="87492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964746740" name="Google Shape;171;p15"/>
          <p:cNvSpPr/>
          <p:nvPr/>
        </p:nvSpPr>
        <p:spPr bwMode="auto">
          <a:xfrm flipH="1">
            <a:off x="14473947" y="8719844"/>
            <a:ext cx="4477891" cy="1717882"/>
          </a:xfrm>
          <a:custGeom>
            <a:avLst/>
            <a:gdLst/>
            <a:ahLst/>
            <a:cxnLst/>
            <a:rect l="l" t="t" r="r" b="b"/>
            <a:pathLst>
              <a:path w="4477891" h="1717882" fill="norm" stroke="1" extrusionOk="0">
                <a:moveTo>
                  <a:pt x="4477891" y="0"/>
                </a:moveTo>
                <a:lnTo>
                  <a:pt x="0" y="0"/>
                </a:lnTo>
                <a:lnTo>
                  <a:pt x="0" y="1717882"/>
                </a:lnTo>
                <a:lnTo>
                  <a:pt x="4477891" y="1717882"/>
                </a:lnTo>
                <a:lnTo>
                  <a:pt x="4477891" y="0"/>
                </a:lnTo>
                <a:close/>
              </a:path>
            </a:pathLst>
          </a:custGeom>
          <a:blipFill>
            <a:blip r:embed="rId5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grpSp>
        <p:nvGrpSpPr>
          <p:cNvPr id="738296772" name="Google Shape;172;p15"/>
          <p:cNvGrpSpPr/>
          <p:nvPr/>
        </p:nvGrpSpPr>
        <p:grpSpPr bwMode="auto">
          <a:xfrm>
            <a:off x="4855305" y="1165268"/>
            <a:ext cx="3232485" cy="876712"/>
            <a:chOff x="0" y="-38100"/>
            <a:chExt cx="1301113" cy="352887"/>
          </a:xfrm>
        </p:grpSpPr>
        <p:sp>
          <p:nvSpPr>
            <p:cNvPr id="173" name="Google Shape;173;p15"/>
            <p:cNvSpPr/>
            <p:nvPr/>
          </p:nvSpPr>
          <p:spPr bwMode="auto">
            <a:xfrm>
              <a:off x="0" y="0"/>
              <a:ext cx="1301113" cy="314787"/>
            </a:xfrm>
            <a:custGeom>
              <a:avLst/>
              <a:gdLst/>
              <a:ahLst/>
              <a:cxnLst/>
              <a:rect l="l" t="t" r="r" b="b"/>
              <a:pathLst>
                <a:path w="1301113" h="314787" fill="norm" stroke="1" extrusionOk="0">
                  <a:moveTo>
                    <a:pt x="0" y="0"/>
                  </a:moveTo>
                  <a:lnTo>
                    <a:pt x="1301113" y="0"/>
                  </a:lnTo>
                  <a:lnTo>
                    <a:pt x="1301113" y="314787"/>
                  </a:lnTo>
                  <a:lnTo>
                    <a:pt x="0" y="314787"/>
                  </a:lnTo>
                  <a:close/>
                </a:path>
              </a:pathLst>
            </a:custGeom>
            <a:solidFill>
              <a:srgbClr val="DE494E"/>
            </a:solidFill>
            <a:ln w="7620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74" name="Google Shape;174;p15"/>
            <p:cNvSpPr txBox="1"/>
            <p:nvPr/>
          </p:nvSpPr>
          <p:spPr bwMode="auto">
            <a:xfrm>
              <a:off x="0" y="-38100"/>
              <a:ext cx="1301100" cy="35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634620879" name="Google Shape;175;p15"/>
          <p:cNvSpPr/>
          <p:nvPr/>
        </p:nvSpPr>
        <p:spPr bwMode="auto">
          <a:xfrm flipH="1">
            <a:off x="2307213" y="8006449"/>
            <a:ext cx="6526239" cy="2503703"/>
          </a:xfrm>
          <a:custGeom>
            <a:avLst/>
            <a:gdLst/>
            <a:ahLst/>
            <a:cxnLst/>
            <a:rect l="l" t="t" r="r" b="b"/>
            <a:pathLst>
              <a:path w="6526239" h="2503703" fill="norm" stroke="1" extrusionOk="0">
                <a:moveTo>
                  <a:pt x="6526240" y="0"/>
                </a:moveTo>
                <a:lnTo>
                  <a:pt x="0" y="0"/>
                </a:lnTo>
                <a:lnTo>
                  <a:pt x="0" y="2503702"/>
                </a:lnTo>
                <a:lnTo>
                  <a:pt x="6526240" y="2503702"/>
                </a:lnTo>
                <a:lnTo>
                  <a:pt x="6526240" y="0"/>
                </a:lnTo>
                <a:close/>
              </a:path>
            </a:pathLst>
          </a:custGeom>
          <a:blipFill>
            <a:blip r:embed="rId5">
              <a:alphaModFix/>
            </a:blip>
            <a:stretch>
              <a:fillRect l="0" t="0" r="0" b="0"/>
            </a:stretch>
          </a:blipFill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303A5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3452848" name="Google Shape;6;p1"/>
          <p:cNvPicPr/>
          <p:nvPr/>
        </p:nvPicPr>
        <p:blipFill rotWithShape="1">
          <a:blip r:embed="rId16">
            <a:alphaModFix/>
          </a:blip>
          <a:stretch/>
        </p:blipFill>
        <p:spPr bwMode="auto">
          <a:xfrm>
            <a:off x="23763" y="0"/>
            <a:ext cx="18240471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23911008" name="Google Shape;7;p1"/>
          <p:cNvSpPr txBox="1"/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615603779" name="Google Shape;8;p1"/>
          <p:cNvSpPr txBox="1"/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799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708394432" name="Google Shape;9;p1"/>
          <p:cNvSpPr txBox="1"/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53448727" name="Google Shape;10;p1"/>
          <p:cNvSpPr txBox="1"/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4319370" name="Google Shape;11;p1"/>
          <p:cNvSpPr txBox="1"/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9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10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8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6.png"/><Relationship Id="rId11" Type="http://schemas.openxmlformats.org/officeDocument/2006/relationships/image" Target="../media/image11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7.png"/><Relationship Id="rId15" Type="http://schemas.openxmlformats.org/officeDocument/2006/relationships/image" Target="../media/image16.png"/><Relationship Id="rId16" Type="http://schemas.openxmlformats.org/officeDocument/2006/relationships/image" Target="../media/image13.png"/><Relationship Id="rId17" Type="http://schemas.openxmlformats.org/officeDocument/2006/relationships/image" Target="../media/image28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303A5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0086369" name="Google Shape;180;p16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9010025" y="6805719"/>
            <a:ext cx="9411951" cy="476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538395" name="Google Shape;181;p16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 flipH="1">
            <a:off x="-133975" y="6805719"/>
            <a:ext cx="9411951" cy="476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2315183" name="Google Shape;182;p16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1555588" y="1803650"/>
            <a:ext cx="15176822" cy="3149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4825608" name="Google Shape;183;p16"/>
          <p:cNvGrpSpPr/>
          <p:nvPr/>
        </p:nvGrpSpPr>
        <p:grpSpPr bwMode="auto">
          <a:xfrm>
            <a:off x="6256424" y="884039"/>
            <a:ext cx="5775152" cy="1339868"/>
            <a:chOff x="0" y="-38100"/>
            <a:chExt cx="1521028" cy="352887"/>
          </a:xfrm>
        </p:grpSpPr>
        <p:sp>
          <p:nvSpPr>
            <p:cNvPr id="184" name="Google Shape;184;p16"/>
            <p:cNvSpPr/>
            <p:nvPr/>
          </p:nvSpPr>
          <p:spPr bwMode="auto">
            <a:xfrm>
              <a:off x="0" y="0"/>
              <a:ext cx="1521028" cy="314787"/>
            </a:xfrm>
            <a:custGeom>
              <a:avLst/>
              <a:gdLst/>
              <a:ahLst/>
              <a:cxnLst/>
              <a:rect l="l" t="t" r="r" b="b"/>
              <a:pathLst>
                <a:path w="1521028" h="314787" fill="norm" stroke="1" extrusionOk="0">
                  <a:moveTo>
                    <a:pt x="0" y="0"/>
                  </a:moveTo>
                  <a:lnTo>
                    <a:pt x="1521028" y="0"/>
                  </a:lnTo>
                  <a:lnTo>
                    <a:pt x="1521028" y="314787"/>
                  </a:lnTo>
                  <a:lnTo>
                    <a:pt x="0" y="314787"/>
                  </a:lnTo>
                  <a:close/>
                </a:path>
              </a:pathLst>
            </a:custGeom>
            <a:solidFill>
              <a:srgbClr val="DE494E"/>
            </a:solidFill>
            <a:ln w="13335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85" name="Google Shape;185;p16"/>
            <p:cNvSpPr txBox="1"/>
            <p:nvPr/>
          </p:nvSpPr>
          <p:spPr bwMode="auto">
            <a:xfrm>
              <a:off x="0" y="-38100"/>
              <a:ext cx="1521028" cy="352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2766691" name="Google Shape;186;p16"/>
          <p:cNvSpPr txBox="1"/>
          <p:nvPr/>
        </p:nvSpPr>
        <p:spPr bwMode="auto">
          <a:xfrm>
            <a:off x="3925962" y="2395213"/>
            <a:ext cx="10704000" cy="14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9600" b="0" i="0" u="none" strike="noStrike" cap="none">
                <a:solidFill>
                  <a:srgbClr val="FFFFFF"/>
                </a:solidFill>
                <a:latin typeface="Pacifico"/>
                <a:ea typeface="Pacifico"/>
                <a:cs typeface="Pacifico"/>
              </a:rPr>
              <a:t>Winter Polar Bear</a:t>
            </a:r>
            <a:endParaRPr/>
          </a:p>
        </p:txBody>
      </p:sp>
      <p:sp>
        <p:nvSpPr>
          <p:cNvPr id="963783687" name="Google Shape;187;p16"/>
          <p:cNvSpPr txBox="1"/>
          <p:nvPr/>
        </p:nvSpPr>
        <p:spPr bwMode="auto">
          <a:xfrm>
            <a:off x="6826672" y="1286261"/>
            <a:ext cx="4634657" cy="613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6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BACKGROUND SLIDES</a:t>
            </a:r>
            <a:endParaRPr/>
          </a:p>
        </p:txBody>
      </p:sp>
      <p:pic>
        <p:nvPicPr>
          <p:cNvPr id="1054487517" name="Google Shape;188;p16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3791988" y="4529791"/>
            <a:ext cx="10704001" cy="5942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303A5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27746" name="Google Shape;193;p17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18" y="1268619"/>
            <a:ext cx="18288000" cy="924226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2159453" name="Google Shape;194;p17"/>
          <p:cNvGrpSpPr/>
          <p:nvPr/>
        </p:nvGrpSpPr>
        <p:grpSpPr bwMode="auto">
          <a:xfrm>
            <a:off x="2388130" y="2555791"/>
            <a:ext cx="13511741" cy="5051539"/>
            <a:chOff x="0" y="-38100"/>
            <a:chExt cx="3558648" cy="1330446"/>
          </a:xfrm>
        </p:grpSpPr>
        <p:sp>
          <p:nvSpPr>
            <p:cNvPr id="195" name="Google Shape;195;p17"/>
            <p:cNvSpPr/>
            <p:nvPr/>
          </p:nvSpPr>
          <p:spPr bwMode="auto">
            <a:xfrm>
              <a:off x="0" y="0"/>
              <a:ext cx="3558648" cy="1292346"/>
            </a:xfrm>
            <a:custGeom>
              <a:avLst/>
              <a:gdLst/>
              <a:ahLst/>
              <a:cxnLst/>
              <a:rect l="l" t="t" r="r" b="b"/>
              <a:pathLst>
                <a:path w="3558648" h="1292346" fill="norm" stroke="1" extrusionOk="0">
                  <a:moveTo>
                    <a:pt x="0" y="0"/>
                  </a:moveTo>
                  <a:lnTo>
                    <a:pt x="3558648" y="0"/>
                  </a:lnTo>
                  <a:lnTo>
                    <a:pt x="3558648" y="1292346"/>
                  </a:lnTo>
                  <a:lnTo>
                    <a:pt x="0" y="1292346"/>
                  </a:lnTo>
                  <a:close/>
                </a:path>
              </a:pathLst>
            </a:custGeom>
            <a:solidFill>
              <a:srgbClr val="DE494E"/>
            </a:solidFill>
            <a:ln w="13335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96" name="Google Shape;196;p17"/>
            <p:cNvSpPr txBox="1"/>
            <p:nvPr/>
          </p:nvSpPr>
          <p:spPr bwMode="auto">
            <a:xfrm>
              <a:off x="0" y="-38100"/>
              <a:ext cx="3558648" cy="13304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2028667039" name="Google Shape;197;p17"/>
          <p:cNvSpPr/>
          <p:nvPr/>
        </p:nvSpPr>
        <p:spPr bwMode="auto">
          <a:xfrm flipH="1">
            <a:off x="3027981" y="1875127"/>
            <a:ext cx="6286025" cy="8251346"/>
          </a:xfrm>
          <a:custGeom>
            <a:avLst/>
            <a:gdLst/>
            <a:ahLst/>
            <a:cxnLst/>
            <a:rect l="l" t="t" r="r" b="b"/>
            <a:pathLst>
              <a:path w="6286025" h="8251346" fill="norm" stroke="1" extrusionOk="0">
                <a:moveTo>
                  <a:pt x="6286025" y="0"/>
                </a:moveTo>
                <a:lnTo>
                  <a:pt x="0" y="0"/>
                </a:lnTo>
                <a:lnTo>
                  <a:pt x="0" y="8251346"/>
                </a:lnTo>
                <a:lnTo>
                  <a:pt x="6286025" y="8251346"/>
                </a:lnTo>
                <a:lnTo>
                  <a:pt x="6286025" y="0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795991586" name="Google Shape;198;p17"/>
          <p:cNvSpPr txBox="1"/>
          <p:nvPr/>
        </p:nvSpPr>
        <p:spPr bwMode="auto">
          <a:xfrm>
            <a:off x="9842649" y="3225576"/>
            <a:ext cx="4774109" cy="1236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7200" b="0" i="0" u="none" strike="noStrike" cap="none">
                <a:solidFill>
                  <a:srgbClr val="FFFFFF"/>
                </a:solidFill>
                <a:latin typeface="Pacifico"/>
                <a:ea typeface="Pacifico"/>
                <a:cs typeface="Pacifico"/>
              </a:rPr>
              <a:t>Introduction</a:t>
            </a:r>
            <a:endParaRPr/>
          </a:p>
        </p:txBody>
      </p:sp>
      <p:sp>
        <p:nvSpPr>
          <p:cNvPr id="1290812678" name="Google Shape;199;p17"/>
          <p:cNvSpPr txBox="1"/>
          <p:nvPr/>
        </p:nvSpPr>
        <p:spPr bwMode="auto">
          <a:xfrm>
            <a:off x="9726878" y="4684445"/>
            <a:ext cx="5005500" cy="22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Lorem ipsum odor amet, consectetuer adipiscing elit. Euismod a ultricies pharetra placerat; lorem pharetra. Bibendum porttitor dignissim ultricies ipsum cubilia leo varius condimentum. Amus tellus magnis eleifend elementum elit vivamus fringilla.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303A5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432653" name="Google Shape;204;p18"/>
          <p:cNvSpPr/>
          <p:nvPr/>
        </p:nvSpPr>
        <p:spPr bwMode="auto">
          <a:xfrm>
            <a:off x="14289313" y="2607787"/>
            <a:ext cx="5432074" cy="7800629"/>
          </a:xfrm>
          <a:custGeom>
            <a:avLst/>
            <a:gdLst/>
            <a:ahLst/>
            <a:cxnLst/>
            <a:rect l="l" t="t" r="r" b="b"/>
            <a:pathLst>
              <a:path w="5432074" h="7800629" fill="norm" stroke="1" extrusionOk="0">
                <a:moveTo>
                  <a:pt x="0" y="0"/>
                </a:moveTo>
                <a:lnTo>
                  <a:pt x="5432074" y="0"/>
                </a:lnTo>
                <a:lnTo>
                  <a:pt x="5432074" y="7800629"/>
                </a:lnTo>
                <a:lnTo>
                  <a:pt x="0" y="78006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410540801" name="Google Shape;205;p18"/>
          <p:cNvSpPr/>
          <p:nvPr/>
        </p:nvSpPr>
        <p:spPr bwMode="auto">
          <a:xfrm>
            <a:off x="12844202" y="8104974"/>
            <a:ext cx="5863629" cy="2249501"/>
          </a:xfrm>
          <a:custGeom>
            <a:avLst/>
            <a:gdLst/>
            <a:ahLst/>
            <a:cxnLst/>
            <a:rect l="l" t="t" r="r" b="b"/>
            <a:pathLst>
              <a:path w="5863629" h="2249501" fill="norm" stroke="1" extrusionOk="0">
                <a:moveTo>
                  <a:pt x="0" y="0"/>
                </a:moveTo>
                <a:lnTo>
                  <a:pt x="5863629" y="0"/>
                </a:lnTo>
                <a:lnTo>
                  <a:pt x="5863629" y="2249502"/>
                </a:lnTo>
                <a:lnTo>
                  <a:pt x="0" y="22495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878234566" name="Google Shape;206;p18"/>
          <p:cNvSpPr/>
          <p:nvPr/>
        </p:nvSpPr>
        <p:spPr bwMode="auto">
          <a:xfrm flipH="1">
            <a:off x="-1433387" y="2703837"/>
            <a:ext cx="5432074" cy="7800629"/>
          </a:xfrm>
          <a:custGeom>
            <a:avLst/>
            <a:gdLst/>
            <a:ahLst/>
            <a:cxnLst/>
            <a:rect l="l" t="t" r="r" b="b"/>
            <a:pathLst>
              <a:path w="5432074" h="7800629" fill="norm" stroke="1" extrusionOk="0">
                <a:moveTo>
                  <a:pt x="5432074" y="0"/>
                </a:moveTo>
                <a:lnTo>
                  <a:pt x="0" y="0"/>
                </a:lnTo>
                <a:lnTo>
                  <a:pt x="0" y="7800629"/>
                </a:lnTo>
                <a:lnTo>
                  <a:pt x="5432074" y="7800629"/>
                </a:lnTo>
                <a:lnTo>
                  <a:pt x="5432074" y="0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349604053" name="Google Shape;207;p18"/>
          <p:cNvSpPr/>
          <p:nvPr/>
        </p:nvSpPr>
        <p:spPr bwMode="auto">
          <a:xfrm flipH="1">
            <a:off x="-419831" y="8104974"/>
            <a:ext cx="5863629" cy="2249501"/>
          </a:xfrm>
          <a:custGeom>
            <a:avLst/>
            <a:gdLst/>
            <a:ahLst/>
            <a:cxnLst/>
            <a:rect l="l" t="t" r="r" b="b"/>
            <a:pathLst>
              <a:path w="5863629" h="2249501" fill="norm" stroke="1" extrusionOk="0">
                <a:moveTo>
                  <a:pt x="5863629" y="0"/>
                </a:moveTo>
                <a:lnTo>
                  <a:pt x="0" y="0"/>
                </a:lnTo>
                <a:lnTo>
                  <a:pt x="0" y="2249502"/>
                </a:lnTo>
                <a:lnTo>
                  <a:pt x="5863629" y="2249502"/>
                </a:lnTo>
                <a:lnTo>
                  <a:pt x="5863629" y="0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927456012" name="Google Shape;208;p18"/>
          <p:cNvSpPr txBox="1"/>
          <p:nvPr/>
        </p:nvSpPr>
        <p:spPr bwMode="auto">
          <a:xfrm>
            <a:off x="7436346" y="781480"/>
            <a:ext cx="3415307" cy="1236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7200" b="0" i="0" u="none" strike="noStrike" cap="none">
                <a:solidFill>
                  <a:srgbClr val="FFFFFF"/>
                </a:solidFill>
                <a:latin typeface="Pacifico"/>
                <a:ea typeface="Pacifico"/>
                <a:cs typeface="Pacifico"/>
              </a:rPr>
              <a:t>Contents</a:t>
            </a:r>
            <a:endParaRPr/>
          </a:p>
        </p:txBody>
      </p:sp>
      <p:grpSp>
        <p:nvGrpSpPr>
          <p:cNvPr id="45624016" name="Google Shape;209;p18"/>
          <p:cNvGrpSpPr/>
          <p:nvPr/>
        </p:nvGrpSpPr>
        <p:grpSpPr bwMode="auto">
          <a:xfrm>
            <a:off x="5719138" y="2487540"/>
            <a:ext cx="6849724" cy="1521991"/>
            <a:chOff x="0" y="-38100"/>
            <a:chExt cx="1804043" cy="400854"/>
          </a:xfrm>
        </p:grpSpPr>
        <p:sp>
          <p:nvSpPr>
            <p:cNvPr id="210" name="Google Shape;210;p18"/>
            <p:cNvSpPr/>
            <p:nvPr/>
          </p:nvSpPr>
          <p:spPr bwMode="auto">
            <a:xfrm>
              <a:off x="0" y="0"/>
              <a:ext cx="1804043" cy="362754"/>
            </a:xfrm>
            <a:custGeom>
              <a:avLst/>
              <a:gdLst/>
              <a:ahLst/>
              <a:cxnLst/>
              <a:rect l="l" t="t" r="r" b="b"/>
              <a:pathLst>
                <a:path w="1804043" h="362754" fill="norm" stroke="1" extrusionOk="0">
                  <a:moveTo>
                    <a:pt x="0" y="0"/>
                  </a:moveTo>
                  <a:lnTo>
                    <a:pt x="1804043" y="0"/>
                  </a:lnTo>
                  <a:lnTo>
                    <a:pt x="1804043" y="362754"/>
                  </a:lnTo>
                  <a:lnTo>
                    <a:pt x="0" y="362754"/>
                  </a:lnTo>
                  <a:close/>
                </a:path>
              </a:pathLst>
            </a:custGeom>
            <a:solidFill>
              <a:srgbClr val="DE494E"/>
            </a:solidFill>
            <a:ln w="13335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11" name="Google Shape;211;p18"/>
            <p:cNvSpPr txBox="1"/>
            <p:nvPr/>
          </p:nvSpPr>
          <p:spPr bwMode="auto">
            <a:xfrm>
              <a:off x="0" y="-38100"/>
              <a:ext cx="1804043" cy="4008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934141600" name="Google Shape;212;p18"/>
          <p:cNvSpPr txBox="1"/>
          <p:nvPr/>
        </p:nvSpPr>
        <p:spPr bwMode="auto">
          <a:xfrm>
            <a:off x="6623434" y="2800960"/>
            <a:ext cx="14718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400" b="0" i="0" u="none" strike="noStrike" cap="none">
                <a:solidFill>
                  <a:srgbClr val="FFFFFF"/>
                </a:solidFill>
                <a:latin typeface="Pacifico"/>
                <a:ea typeface="Pacifico"/>
                <a:cs typeface="Pacifico"/>
              </a:rPr>
              <a:t>01</a:t>
            </a:r>
            <a:endParaRPr/>
          </a:p>
        </p:txBody>
      </p:sp>
      <p:sp>
        <p:nvSpPr>
          <p:cNvPr id="483067670" name="Google Shape;213;p18"/>
          <p:cNvSpPr txBox="1"/>
          <p:nvPr/>
        </p:nvSpPr>
        <p:spPr bwMode="auto">
          <a:xfrm>
            <a:off x="8095207" y="2893670"/>
            <a:ext cx="4329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8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Add title here</a:t>
            </a:r>
            <a:endParaRPr/>
          </a:p>
        </p:txBody>
      </p:sp>
      <p:grpSp>
        <p:nvGrpSpPr>
          <p:cNvPr id="684139990" name="Google Shape;214;p18"/>
          <p:cNvGrpSpPr/>
          <p:nvPr/>
        </p:nvGrpSpPr>
        <p:grpSpPr bwMode="auto">
          <a:xfrm>
            <a:off x="5719138" y="4291428"/>
            <a:ext cx="6849724" cy="1521991"/>
            <a:chOff x="0" y="-38100"/>
            <a:chExt cx="1804043" cy="400854"/>
          </a:xfrm>
        </p:grpSpPr>
        <p:sp>
          <p:nvSpPr>
            <p:cNvPr id="215" name="Google Shape;215;p18"/>
            <p:cNvSpPr/>
            <p:nvPr/>
          </p:nvSpPr>
          <p:spPr bwMode="auto">
            <a:xfrm>
              <a:off x="0" y="0"/>
              <a:ext cx="1804043" cy="362754"/>
            </a:xfrm>
            <a:custGeom>
              <a:avLst/>
              <a:gdLst/>
              <a:ahLst/>
              <a:cxnLst/>
              <a:rect l="l" t="t" r="r" b="b"/>
              <a:pathLst>
                <a:path w="1804043" h="362754" fill="norm" stroke="1" extrusionOk="0">
                  <a:moveTo>
                    <a:pt x="0" y="0"/>
                  </a:moveTo>
                  <a:lnTo>
                    <a:pt x="1804043" y="0"/>
                  </a:lnTo>
                  <a:lnTo>
                    <a:pt x="1804043" y="362754"/>
                  </a:lnTo>
                  <a:lnTo>
                    <a:pt x="0" y="362754"/>
                  </a:lnTo>
                  <a:close/>
                </a:path>
              </a:pathLst>
            </a:custGeom>
            <a:solidFill>
              <a:srgbClr val="DE494E"/>
            </a:solidFill>
            <a:ln w="13335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16" name="Google Shape;216;p18"/>
            <p:cNvSpPr txBox="1"/>
            <p:nvPr/>
          </p:nvSpPr>
          <p:spPr bwMode="auto">
            <a:xfrm>
              <a:off x="0" y="-38100"/>
              <a:ext cx="1804043" cy="4008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833452818" name="Google Shape;217;p18"/>
          <p:cNvSpPr txBox="1"/>
          <p:nvPr/>
        </p:nvSpPr>
        <p:spPr bwMode="auto">
          <a:xfrm>
            <a:off x="6623434" y="4604848"/>
            <a:ext cx="14718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400" b="0" i="0" u="none" strike="noStrike" cap="none">
                <a:solidFill>
                  <a:srgbClr val="FFFFFF"/>
                </a:solidFill>
                <a:latin typeface="Pacifico"/>
                <a:ea typeface="Pacifico"/>
                <a:cs typeface="Pacifico"/>
              </a:rPr>
              <a:t>02</a:t>
            </a:r>
            <a:endParaRPr/>
          </a:p>
        </p:txBody>
      </p:sp>
      <p:sp>
        <p:nvSpPr>
          <p:cNvPr id="1076386394" name="Google Shape;218;p18"/>
          <p:cNvSpPr txBox="1"/>
          <p:nvPr/>
        </p:nvSpPr>
        <p:spPr bwMode="auto">
          <a:xfrm>
            <a:off x="8095207" y="4697558"/>
            <a:ext cx="4329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8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Add title here</a:t>
            </a:r>
            <a:endParaRPr/>
          </a:p>
        </p:txBody>
      </p:sp>
      <p:grpSp>
        <p:nvGrpSpPr>
          <p:cNvPr id="188100419" name="Google Shape;219;p18"/>
          <p:cNvGrpSpPr/>
          <p:nvPr/>
        </p:nvGrpSpPr>
        <p:grpSpPr bwMode="auto">
          <a:xfrm>
            <a:off x="5719138" y="6074530"/>
            <a:ext cx="6849724" cy="1521991"/>
            <a:chOff x="0" y="-38100"/>
            <a:chExt cx="1804043" cy="400854"/>
          </a:xfrm>
        </p:grpSpPr>
        <p:sp>
          <p:nvSpPr>
            <p:cNvPr id="220" name="Google Shape;220;p18"/>
            <p:cNvSpPr/>
            <p:nvPr/>
          </p:nvSpPr>
          <p:spPr bwMode="auto">
            <a:xfrm>
              <a:off x="0" y="0"/>
              <a:ext cx="1804043" cy="362754"/>
            </a:xfrm>
            <a:custGeom>
              <a:avLst/>
              <a:gdLst/>
              <a:ahLst/>
              <a:cxnLst/>
              <a:rect l="l" t="t" r="r" b="b"/>
              <a:pathLst>
                <a:path w="1804043" h="362754" fill="norm" stroke="1" extrusionOk="0">
                  <a:moveTo>
                    <a:pt x="0" y="0"/>
                  </a:moveTo>
                  <a:lnTo>
                    <a:pt x="1804043" y="0"/>
                  </a:lnTo>
                  <a:lnTo>
                    <a:pt x="1804043" y="362754"/>
                  </a:lnTo>
                  <a:lnTo>
                    <a:pt x="0" y="362754"/>
                  </a:lnTo>
                  <a:close/>
                </a:path>
              </a:pathLst>
            </a:custGeom>
            <a:solidFill>
              <a:srgbClr val="DE494E"/>
            </a:solidFill>
            <a:ln w="13335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21" name="Google Shape;221;p18"/>
            <p:cNvSpPr txBox="1"/>
            <p:nvPr/>
          </p:nvSpPr>
          <p:spPr bwMode="auto">
            <a:xfrm>
              <a:off x="0" y="-38100"/>
              <a:ext cx="1804043" cy="4008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991981046" name="Google Shape;222;p18"/>
          <p:cNvSpPr txBox="1"/>
          <p:nvPr/>
        </p:nvSpPr>
        <p:spPr bwMode="auto">
          <a:xfrm>
            <a:off x="6623434" y="6387950"/>
            <a:ext cx="14718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400" b="0" i="0" u="none" strike="noStrike" cap="none">
                <a:solidFill>
                  <a:srgbClr val="FFFFFF"/>
                </a:solidFill>
                <a:latin typeface="Pacifico"/>
                <a:ea typeface="Pacifico"/>
                <a:cs typeface="Pacifico"/>
              </a:rPr>
              <a:t>03</a:t>
            </a:r>
            <a:endParaRPr/>
          </a:p>
        </p:txBody>
      </p:sp>
      <p:sp>
        <p:nvSpPr>
          <p:cNvPr id="1159297899" name="Google Shape;223;p18"/>
          <p:cNvSpPr txBox="1"/>
          <p:nvPr/>
        </p:nvSpPr>
        <p:spPr bwMode="auto">
          <a:xfrm>
            <a:off x="8095207" y="6480660"/>
            <a:ext cx="4329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8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Add title here</a:t>
            </a:r>
            <a:endParaRPr/>
          </a:p>
        </p:txBody>
      </p:sp>
      <p:grpSp>
        <p:nvGrpSpPr>
          <p:cNvPr id="1226202662" name="Google Shape;224;p18"/>
          <p:cNvGrpSpPr/>
          <p:nvPr/>
        </p:nvGrpSpPr>
        <p:grpSpPr bwMode="auto">
          <a:xfrm>
            <a:off x="5719138" y="7861436"/>
            <a:ext cx="6849724" cy="1521991"/>
            <a:chOff x="0" y="-38100"/>
            <a:chExt cx="1804043" cy="400854"/>
          </a:xfrm>
        </p:grpSpPr>
        <p:sp>
          <p:nvSpPr>
            <p:cNvPr id="225" name="Google Shape;225;p18"/>
            <p:cNvSpPr/>
            <p:nvPr/>
          </p:nvSpPr>
          <p:spPr bwMode="auto">
            <a:xfrm>
              <a:off x="0" y="0"/>
              <a:ext cx="1804043" cy="362754"/>
            </a:xfrm>
            <a:custGeom>
              <a:avLst/>
              <a:gdLst/>
              <a:ahLst/>
              <a:cxnLst/>
              <a:rect l="l" t="t" r="r" b="b"/>
              <a:pathLst>
                <a:path w="1804043" h="362754" fill="norm" stroke="1" extrusionOk="0">
                  <a:moveTo>
                    <a:pt x="0" y="0"/>
                  </a:moveTo>
                  <a:lnTo>
                    <a:pt x="1804043" y="0"/>
                  </a:lnTo>
                  <a:lnTo>
                    <a:pt x="1804043" y="362754"/>
                  </a:lnTo>
                  <a:lnTo>
                    <a:pt x="0" y="362754"/>
                  </a:lnTo>
                  <a:close/>
                </a:path>
              </a:pathLst>
            </a:custGeom>
            <a:solidFill>
              <a:srgbClr val="DE494E"/>
            </a:solidFill>
            <a:ln w="13335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26" name="Google Shape;226;p18"/>
            <p:cNvSpPr txBox="1"/>
            <p:nvPr/>
          </p:nvSpPr>
          <p:spPr bwMode="auto">
            <a:xfrm>
              <a:off x="0" y="-38100"/>
              <a:ext cx="1804043" cy="4008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236108826" name="Google Shape;227;p18"/>
          <p:cNvSpPr txBox="1"/>
          <p:nvPr/>
        </p:nvSpPr>
        <p:spPr bwMode="auto">
          <a:xfrm>
            <a:off x="6623434" y="8174856"/>
            <a:ext cx="1471800" cy="9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400" b="0" i="0" u="none" strike="noStrike" cap="none">
                <a:solidFill>
                  <a:srgbClr val="FFFFFF"/>
                </a:solidFill>
                <a:latin typeface="Pacifico"/>
                <a:ea typeface="Pacifico"/>
                <a:cs typeface="Pacifico"/>
              </a:rPr>
              <a:t>04</a:t>
            </a:r>
            <a:endParaRPr/>
          </a:p>
        </p:txBody>
      </p:sp>
      <p:sp>
        <p:nvSpPr>
          <p:cNvPr id="1411171933" name="Google Shape;228;p18"/>
          <p:cNvSpPr txBox="1"/>
          <p:nvPr/>
        </p:nvSpPr>
        <p:spPr bwMode="auto">
          <a:xfrm>
            <a:off x="8095207" y="8267566"/>
            <a:ext cx="4329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8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Add title here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303A5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921000" name="Google Shape;233;p19"/>
          <p:cNvSpPr txBox="1"/>
          <p:nvPr/>
        </p:nvSpPr>
        <p:spPr bwMode="auto">
          <a:xfrm>
            <a:off x="1587292" y="1898091"/>
            <a:ext cx="2870374" cy="1236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7200" b="0" i="0" u="none" strike="noStrike" cap="none">
                <a:solidFill>
                  <a:srgbClr val="FFFFFF"/>
                </a:solidFill>
                <a:latin typeface="Pacifico"/>
                <a:ea typeface="Pacifico"/>
                <a:cs typeface="Pacifico"/>
              </a:rPr>
              <a:t>Agenda</a:t>
            </a:r>
            <a:endParaRPr/>
          </a:p>
        </p:txBody>
      </p:sp>
      <p:grpSp>
        <p:nvGrpSpPr>
          <p:cNvPr id="1639817983" name="Google Shape;234;p19"/>
          <p:cNvGrpSpPr/>
          <p:nvPr/>
        </p:nvGrpSpPr>
        <p:grpSpPr bwMode="auto">
          <a:xfrm>
            <a:off x="8787113" y="826189"/>
            <a:ext cx="4251857" cy="4251857"/>
            <a:chOff x="0" y="0"/>
            <a:chExt cx="812800" cy="812800"/>
          </a:xfrm>
        </p:grpSpPr>
        <p:sp>
          <p:nvSpPr>
            <p:cNvPr id="235" name="Google Shape;235;p19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494E"/>
            </a:solidFill>
            <a:ln w="3810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36" name="Google Shape;236;p19"/>
            <p:cNvSpPr txBox="1"/>
            <p:nvPr/>
          </p:nvSpPr>
          <p:spPr bwMode="auto"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683011030" name="Google Shape;237;p19"/>
          <p:cNvSpPr txBox="1"/>
          <p:nvPr/>
        </p:nvSpPr>
        <p:spPr bwMode="auto">
          <a:xfrm>
            <a:off x="9539544" y="2548078"/>
            <a:ext cx="2747100" cy="15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Lorem ipsum odor amet, consectetuer adipiscing elit. Euismod a ultricies pharetra placerat; lorem pharetra. </a:t>
            </a:r>
            <a:endParaRPr/>
          </a:p>
        </p:txBody>
      </p:sp>
      <p:pic>
        <p:nvPicPr>
          <p:cNvPr id="1633105587" name="Google Shape;238;p19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-648348" y="2323860"/>
            <a:ext cx="9792349" cy="736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3521753" name="Google Shape;239;p19"/>
          <p:cNvSpPr txBox="1"/>
          <p:nvPr/>
        </p:nvSpPr>
        <p:spPr bwMode="auto">
          <a:xfrm>
            <a:off x="9150958" y="1784533"/>
            <a:ext cx="352416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6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POINT 01</a:t>
            </a:r>
            <a:endParaRPr/>
          </a:p>
        </p:txBody>
      </p:sp>
      <p:grpSp>
        <p:nvGrpSpPr>
          <p:cNvPr id="663344768" name="Google Shape;240;p19"/>
          <p:cNvGrpSpPr/>
          <p:nvPr/>
        </p:nvGrpSpPr>
        <p:grpSpPr bwMode="auto">
          <a:xfrm>
            <a:off x="13399818" y="826189"/>
            <a:ext cx="4251857" cy="4251857"/>
            <a:chOff x="0" y="0"/>
            <a:chExt cx="812800" cy="812800"/>
          </a:xfrm>
        </p:grpSpPr>
        <p:sp>
          <p:nvSpPr>
            <p:cNvPr id="241" name="Google Shape;241;p19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494E"/>
            </a:solidFill>
            <a:ln w="3810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2" name="Google Shape;242;p19"/>
            <p:cNvSpPr txBox="1"/>
            <p:nvPr/>
          </p:nvSpPr>
          <p:spPr bwMode="auto"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675996035" name="Google Shape;243;p19"/>
          <p:cNvSpPr txBox="1"/>
          <p:nvPr/>
        </p:nvSpPr>
        <p:spPr bwMode="auto">
          <a:xfrm>
            <a:off x="14152249" y="2548078"/>
            <a:ext cx="2747100" cy="15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Lorem ipsum odor amet, consectetuer adipiscing elit. Euismod a ultricies pharetra placerat; lorem pharetra. </a:t>
            </a:r>
            <a:endParaRPr/>
          </a:p>
        </p:txBody>
      </p:sp>
      <p:sp>
        <p:nvSpPr>
          <p:cNvPr id="2004400328" name="Google Shape;244;p19"/>
          <p:cNvSpPr txBox="1"/>
          <p:nvPr/>
        </p:nvSpPr>
        <p:spPr bwMode="auto">
          <a:xfrm>
            <a:off x="13763663" y="1784533"/>
            <a:ext cx="352416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6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POINT 02</a:t>
            </a:r>
            <a:endParaRPr/>
          </a:p>
        </p:txBody>
      </p:sp>
      <p:grpSp>
        <p:nvGrpSpPr>
          <p:cNvPr id="23422056" name="Google Shape;245;p19"/>
          <p:cNvGrpSpPr/>
          <p:nvPr/>
        </p:nvGrpSpPr>
        <p:grpSpPr bwMode="auto">
          <a:xfrm>
            <a:off x="8787113" y="5208953"/>
            <a:ext cx="4251857" cy="4251857"/>
            <a:chOff x="0" y="0"/>
            <a:chExt cx="812800" cy="812800"/>
          </a:xfrm>
        </p:grpSpPr>
        <p:sp>
          <p:nvSpPr>
            <p:cNvPr id="246" name="Google Shape;246;p19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494E"/>
            </a:solidFill>
            <a:ln w="3810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47" name="Google Shape;247;p19"/>
            <p:cNvSpPr txBox="1"/>
            <p:nvPr/>
          </p:nvSpPr>
          <p:spPr bwMode="auto"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723549170" name="Google Shape;248;p19"/>
          <p:cNvSpPr txBox="1"/>
          <p:nvPr/>
        </p:nvSpPr>
        <p:spPr bwMode="auto">
          <a:xfrm>
            <a:off x="9539544" y="6930841"/>
            <a:ext cx="2747100" cy="15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Lorem ipsum odor amet, consectetuer adipiscing elit. Euismod a ultricies pharetra placerat; lorem pharetra. </a:t>
            </a:r>
            <a:endParaRPr/>
          </a:p>
        </p:txBody>
      </p:sp>
      <p:sp>
        <p:nvSpPr>
          <p:cNvPr id="746342702" name="Google Shape;249;p19"/>
          <p:cNvSpPr txBox="1"/>
          <p:nvPr/>
        </p:nvSpPr>
        <p:spPr bwMode="auto">
          <a:xfrm>
            <a:off x="9150958" y="6167297"/>
            <a:ext cx="352416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6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POINT 03</a:t>
            </a:r>
            <a:endParaRPr/>
          </a:p>
        </p:txBody>
      </p:sp>
      <p:grpSp>
        <p:nvGrpSpPr>
          <p:cNvPr id="1279921081" name="Google Shape;250;p19"/>
          <p:cNvGrpSpPr/>
          <p:nvPr/>
        </p:nvGrpSpPr>
        <p:grpSpPr bwMode="auto">
          <a:xfrm>
            <a:off x="13399818" y="5208953"/>
            <a:ext cx="4251857" cy="4251857"/>
            <a:chOff x="0" y="0"/>
            <a:chExt cx="812800" cy="812800"/>
          </a:xfrm>
        </p:grpSpPr>
        <p:sp>
          <p:nvSpPr>
            <p:cNvPr id="251" name="Google Shape;251;p19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494E"/>
            </a:solidFill>
            <a:ln w="3810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52" name="Google Shape;252;p19"/>
            <p:cNvSpPr txBox="1"/>
            <p:nvPr/>
          </p:nvSpPr>
          <p:spPr bwMode="auto"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632466863" name="Google Shape;253;p19"/>
          <p:cNvSpPr txBox="1"/>
          <p:nvPr/>
        </p:nvSpPr>
        <p:spPr bwMode="auto">
          <a:xfrm>
            <a:off x="14152249" y="6930841"/>
            <a:ext cx="2747100" cy="15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Lorem ipsum odor amet, consectetuer adipiscing elit. Euismod a ultricies pharetra placerat; lorem pharetra. </a:t>
            </a:r>
            <a:endParaRPr/>
          </a:p>
        </p:txBody>
      </p:sp>
      <p:sp>
        <p:nvSpPr>
          <p:cNvPr id="1575921851" name="Google Shape;254;p19"/>
          <p:cNvSpPr txBox="1"/>
          <p:nvPr/>
        </p:nvSpPr>
        <p:spPr bwMode="auto">
          <a:xfrm>
            <a:off x="13763663" y="6167297"/>
            <a:ext cx="352416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6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POINT 04</a:t>
            </a:r>
            <a:endParaRPr/>
          </a:p>
        </p:txBody>
      </p:sp>
      <p:sp>
        <p:nvSpPr>
          <p:cNvPr id="525533399" name="Google Shape;255;p19"/>
          <p:cNvSpPr/>
          <p:nvPr/>
        </p:nvSpPr>
        <p:spPr bwMode="auto">
          <a:xfrm flipH="1">
            <a:off x="-648347" y="8384053"/>
            <a:ext cx="5613423" cy="2153513"/>
          </a:xfrm>
          <a:custGeom>
            <a:avLst/>
            <a:gdLst/>
            <a:ahLst/>
            <a:cxnLst/>
            <a:rect l="l" t="t" r="r" b="b"/>
            <a:pathLst>
              <a:path w="5613423" h="2153513" fill="norm" stroke="1" extrusionOk="0">
                <a:moveTo>
                  <a:pt x="5613423" y="0"/>
                </a:moveTo>
                <a:lnTo>
                  <a:pt x="0" y="0"/>
                </a:lnTo>
                <a:lnTo>
                  <a:pt x="0" y="2153513"/>
                </a:lnTo>
                <a:lnTo>
                  <a:pt x="5613423" y="2153513"/>
                </a:lnTo>
                <a:lnTo>
                  <a:pt x="5613423" y="0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962249146" name="Google Shape;256;p19"/>
          <p:cNvSpPr/>
          <p:nvPr/>
        </p:nvSpPr>
        <p:spPr bwMode="auto">
          <a:xfrm>
            <a:off x="6451935" y="8894506"/>
            <a:ext cx="4150226" cy="1592178"/>
          </a:xfrm>
          <a:custGeom>
            <a:avLst/>
            <a:gdLst/>
            <a:ahLst/>
            <a:cxnLst/>
            <a:rect l="l" t="t" r="r" b="b"/>
            <a:pathLst>
              <a:path w="4150226" h="1592178" fill="norm" stroke="1" extrusionOk="0">
                <a:moveTo>
                  <a:pt x="0" y="0"/>
                </a:moveTo>
                <a:lnTo>
                  <a:pt x="4150226" y="0"/>
                </a:lnTo>
                <a:lnTo>
                  <a:pt x="4150226" y="1592177"/>
                </a:lnTo>
                <a:lnTo>
                  <a:pt x="0" y="15921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 l="0" t="0" r="0" b="0"/>
            </a:stretch>
          </a:blip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303A5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6195968" name="Google Shape;261;p20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 flipH="1">
            <a:off x="3379227" y="1342850"/>
            <a:ext cx="11614722" cy="6448048"/>
          </a:xfrm>
          <a:prstGeom prst="rect">
            <a:avLst/>
          </a:prstGeom>
          <a:noFill/>
          <a:ln>
            <a:noFill/>
          </a:ln>
        </p:spPr>
      </p:pic>
      <p:sp>
        <p:nvSpPr>
          <p:cNvPr id="1717422838" name="Google Shape;262;p20"/>
          <p:cNvSpPr/>
          <p:nvPr/>
        </p:nvSpPr>
        <p:spPr bwMode="auto">
          <a:xfrm flipH="1">
            <a:off x="-1687336" y="772028"/>
            <a:ext cx="5432074" cy="7800629"/>
          </a:xfrm>
          <a:custGeom>
            <a:avLst/>
            <a:gdLst/>
            <a:ahLst/>
            <a:cxnLst/>
            <a:rect l="l" t="t" r="r" b="b"/>
            <a:pathLst>
              <a:path w="5432074" h="7800629" fill="norm" stroke="1" extrusionOk="0">
                <a:moveTo>
                  <a:pt x="5432074" y="0"/>
                </a:moveTo>
                <a:lnTo>
                  <a:pt x="0" y="0"/>
                </a:lnTo>
                <a:lnTo>
                  <a:pt x="0" y="7800629"/>
                </a:lnTo>
                <a:lnTo>
                  <a:pt x="5432074" y="7800629"/>
                </a:lnTo>
                <a:lnTo>
                  <a:pt x="5432074" y="0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150713129" name="Google Shape;263;p20"/>
          <p:cNvSpPr/>
          <p:nvPr/>
        </p:nvSpPr>
        <p:spPr bwMode="auto">
          <a:xfrm>
            <a:off x="14543263" y="943143"/>
            <a:ext cx="5432074" cy="7800629"/>
          </a:xfrm>
          <a:custGeom>
            <a:avLst/>
            <a:gdLst/>
            <a:ahLst/>
            <a:cxnLst/>
            <a:rect l="l" t="t" r="r" b="b"/>
            <a:pathLst>
              <a:path w="5432074" h="7800629" fill="norm" stroke="1" extrusionOk="0">
                <a:moveTo>
                  <a:pt x="0" y="0"/>
                </a:moveTo>
                <a:lnTo>
                  <a:pt x="5432074" y="0"/>
                </a:lnTo>
                <a:lnTo>
                  <a:pt x="5432074" y="7800628"/>
                </a:lnTo>
                <a:lnTo>
                  <a:pt x="0" y="7800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pic>
        <p:nvPicPr>
          <p:cNvPr id="249256189" name="Google Shape;264;p20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9010025" y="6805719"/>
            <a:ext cx="9411951" cy="476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1871706" name="Google Shape;265;p20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 flipH="1">
            <a:off x="-133975" y="6805719"/>
            <a:ext cx="9411951" cy="47693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8094756" name="Google Shape;266;p20"/>
          <p:cNvGrpSpPr/>
          <p:nvPr/>
        </p:nvGrpSpPr>
        <p:grpSpPr bwMode="auto">
          <a:xfrm>
            <a:off x="3379231" y="5584153"/>
            <a:ext cx="11797479" cy="4051809"/>
            <a:chOff x="0" y="-38100"/>
            <a:chExt cx="3107154" cy="1067143"/>
          </a:xfrm>
        </p:grpSpPr>
        <p:sp>
          <p:nvSpPr>
            <p:cNvPr id="267" name="Google Shape;267;p20"/>
            <p:cNvSpPr/>
            <p:nvPr/>
          </p:nvSpPr>
          <p:spPr bwMode="auto">
            <a:xfrm>
              <a:off x="0" y="0"/>
              <a:ext cx="3107154" cy="1029043"/>
            </a:xfrm>
            <a:custGeom>
              <a:avLst/>
              <a:gdLst/>
              <a:ahLst/>
              <a:cxnLst/>
              <a:rect l="l" t="t" r="r" b="b"/>
              <a:pathLst>
                <a:path w="3107155" h="1029043" fill="norm" stroke="1" extrusionOk="0">
                  <a:moveTo>
                    <a:pt x="0" y="0"/>
                  </a:moveTo>
                  <a:lnTo>
                    <a:pt x="3107155" y="0"/>
                  </a:lnTo>
                  <a:lnTo>
                    <a:pt x="3107155" y="1029043"/>
                  </a:lnTo>
                  <a:lnTo>
                    <a:pt x="0" y="1029043"/>
                  </a:lnTo>
                  <a:close/>
                </a:path>
              </a:pathLst>
            </a:custGeom>
            <a:solidFill>
              <a:srgbClr val="FFFFFF"/>
            </a:solidFill>
            <a:ln w="13335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68" name="Google Shape;268;p20"/>
            <p:cNvSpPr txBox="1"/>
            <p:nvPr/>
          </p:nvSpPr>
          <p:spPr bwMode="auto">
            <a:xfrm>
              <a:off x="0" y="-38100"/>
              <a:ext cx="3107154" cy="10671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pic>
        <p:nvPicPr>
          <p:cNvPr id="92058632" name="Google Shape;269;p20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>
            <a:off x="4058371" y="4429450"/>
            <a:ext cx="10439281" cy="2166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6311036" name="Google Shape;270;p20"/>
          <p:cNvGrpSpPr/>
          <p:nvPr/>
        </p:nvGrpSpPr>
        <p:grpSpPr bwMode="auto">
          <a:xfrm>
            <a:off x="7661704" y="3684546"/>
            <a:ext cx="3232533" cy="876725"/>
            <a:chOff x="0" y="-38100"/>
            <a:chExt cx="1301113" cy="352887"/>
          </a:xfrm>
        </p:grpSpPr>
        <p:sp>
          <p:nvSpPr>
            <p:cNvPr id="271" name="Google Shape;271;p20"/>
            <p:cNvSpPr/>
            <p:nvPr/>
          </p:nvSpPr>
          <p:spPr bwMode="auto">
            <a:xfrm>
              <a:off x="0" y="0"/>
              <a:ext cx="1301113" cy="314787"/>
            </a:xfrm>
            <a:custGeom>
              <a:avLst/>
              <a:gdLst/>
              <a:ahLst/>
              <a:cxnLst/>
              <a:rect l="l" t="t" r="r" b="b"/>
              <a:pathLst>
                <a:path w="1301113" h="314787" fill="norm" stroke="1" extrusionOk="0">
                  <a:moveTo>
                    <a:pt x="0" y="0"/>
                  </a:moveTo>
                  <a:lnTo>
                    <a:pt x="1301113" y="0"/>
                  </a:lnTo>
                  <a:lnTo>
                    <a:pt x="1301113" y="314787"/>
                  </a:lnTo>
                  <a:lnTo>
                    <a:pt x="0" y="314787"/>
                  </a:lnTo>
                  <a:close/>
                </a:path>
              </a:pathLst>
            </a:custGeom>
            <a:solidFill>
              <a:srgbClr val="DE494E"/>
            </a:solidFill>
            <a:ln w="7620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72" name="Google Shape;272;p20"/>
            <p:cNvSpPr txBox="1"/>
            <p:nvPr/>
          </p:nvSpPr>
          <p:spPr bwMode="auto">
            <a:xfrm>
              <a:off x="0" y="-38100"/>
              <a:ext cx="1301113" cy="352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800322117" name="Google Shape;273;p20"/>
          <p:cNvSpPr txBox="1"/>
          <p:nvPr/>
        </p:nvSpPr>
        <p:spPr bwMode="auto">
          <a:xfrm>
            <a:off x="5972462" y="4811275"/>
            <a:ext cx="66111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400" b="0" i="0" u="none" strike="noStrike" cap="none">
                <a:solidFill>
                  <a:srgbClr val="FFFFFF"/>
                </a:solidFill>
                <a:latin typeface="Pacifico"/>
                <a:ea typeface="Pacifico"/>
                <a:cs typeface="Pacifico"/>
              </a:rPr>
              <a:t>Add Section Here</a:t>
            </a:r>
            <a:endParaRPr/>
          </a:p>
        </p:txBody>
      </p:sp>
      <p:sp>
        <p:nvSpPr>
          <p:cNvPr id="1367951547" name="Google Shape;274;p20"/>
          <p:cNvSpPr txBox="1"/>
          <p:nvPr/>
        </p:nvSpPr>
        <p:spPr bwMode="auto">
          <a:xfrm>
            <a:off x="8476210" y="3943737"/>
            <a:ext cx="1603521" cy="405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35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SECTION 01</a:t>
            </a:r>
            <a:endParaRPr/>
          </a:p>
        </p:txBody>
      </p:sp>
      <p:sp>
        <p:nvSpPr>
          <p:cNvPr id="1726514870" name="Google Shape;275;p20"/>
          <p:cNvSpPr txBox="1"/>
          <p:nvPr/>
        </p:nvSpPr>
        <p:spPr bwMode="auto">
          <a:xfrm>
            <a:off x="5556999" y="7067371"/>
            <a:ext cx="7441942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b="0" i="0" u="none" strike="noStrike" cap="none">
                <a:solidFill>
                  <a:srgbClr val="303A53"/>
                </a:solidFill>
                <a:latin typeface="Cabin"/>
                <a:ea typeface="Cabin"/>
                <a:cs typeface="Cabin"/>
              </a:rPr>
              <a:t>Lorem ipsum odor amet, consectetuer adipiscing elit. Euismod a ultricies pharetra placerat; lorem pharetra. Bibendum porttitor dignissim ultricies ipsum cubilia leo varius condimentum.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303A5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0069695" name="Google Shape;280;p2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0" y="7683949"/>
            <a:ext cx="18288000" cy="92422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0441205" name="Google Shape;281;p21"/>
          <p:cNvCxnSpPr/>
          <p:nvPr/>
        </p:nvCxnSpPr>
        <p:spPr bwMode="auto">
          <a:xfrm>
            <a:off x="0" y="3955644"/>
            <a:ext cx="19182465" cy="0"/>
          </a:xfrm>
          <a:prstGeom prst="straightConnector1">
            <a:avLst/>
          </a:prstGeom>
          <a:noFill/>
          <a:ln w="123825" cap="flat" cmpd="sng">
            <a:solidFill>
              <a:srgbClr val="DE494E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091935284" name="Google Shape;282;p21"/>
          <p:cNvSpPr/>
          <p:nvPr/>
        </p:nvSpPr>
        <p:spPr bwMode="auto">
          <a:xfrm flipH="1">
            <a:off x="519811" y="1534376"/>
            <a:ext cx="5834116" cy="7922873"/>
          </a:xfrm>
          <a:custGeom>
            <a:avLst/>
            <a:gdLst/>
            <a:ahLst/>
            <a:cxnLst/>
            <a:rect l="l" t="t" r="r" b="b"/>
            <a:pathLst>
              <a:path w="5834116" h="7922873" fill="norm" stroke="1" extrusionOk="0">
                <a:moveTo>
                  <a:pt x="5834115" y="0"/>
                </a:moveTo>
                <a:lnTo>
                  <a:pt x="0" y="0"/>
                </a:lnTo>
                <a:lnTo>
                  <a:pt x="0" y="7922873"/>
                </a:lnTo>
                <a:lnTo>
                  <a:pt x="5834115" y="7922873"/>
                </a:lnTo>
                <a:lnTo>
                  <a:pt x="5834115" y="0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506429872" name="Google Shape;283;p21"/>
          <p:cNvSpPr txBox="1"/>
          <p:nvPr/>
        </p:nvSpPr>
        <p:spPr bwMode="auto">
          <a:xfrm>
            <a:off x="8432464" y="1172507"/>
            <a:ext cx="7074768" cy="1236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7200" b="0" i="0" u="none" strike="noStrike" cap="none">
                <a:solidFill>
                  <a:srgbClr val="FFFFFF"/>
                </a:solidFill>
                <a:latin typeface="Pacifico"/>
                <a:ea typeface="Pacifico"/>
                <a:cs typeface="Pacifico"/>
              </a:rPr>
              <a:t>Timeline of Events</a:t>
            </a:r>
            <a:endParaRPr/>
          </a:p>
        </p:txBody>
      </p:sp>
      <p:sp>
        <p:nvSpPr>
          <p:cNvPr id="2005830822" name="Google Shape;284;p21"/>
          <p:cNvSpPr/>
          <p:nvPr/>
        </p:nvSpPr>
        <p:spPr bwMode="auto">
          <a:xfrm flipH="1">
            <a:off x="290876" y="8148820"/>
            <a:ext cx="5573456" cy="2138180"/>
          </a:xfrm>
          <a:custGeom>
            <a:avLst/>
            <a:gdLst/>
            <a:ahLst/>
            <a:cxnLst/>
            <a:rect l="l" t="t" r="r" b="b"/>
            <a:pathLst>
              <a:path w="5573456" h="2138180" fill="norm" stroke="1" extrusionOk="0">
                <a:moveTo>
                  <a:pt x="5573456" y="0"/>
                </a:moveTo>
                <a:lnTo>
                  <a:pt x="0" y="0"/>
                </a:lnTo>
                <a:lnTo>
                  <a:pt x="0" y="2138180"/>
                </a:lnTo>
                <a:lnTo>
                  <a:pt x="5573456" y="2138180"/>
                </a:lnTo>
                <a:lnTo>
                  <a:pt x="5573456" y="0"/>
                </a:lnTo>
                <a:close/>
              </a:path>
            </a:pathLst>
          </a:custGeom>
          <a:blipFill>
            <a:blip r:embed="rId5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grpSp>
        <p:nvGrpSpPr>
          <p:cNvPr id="1469765665" name="Google Shape;285;p21"/>
          <p:cNvGrpSpPr/>
          <p:nvPr/>
        </p:nvGrpSpPr>
        <p:grpSpPr bwMode="auto">
          <a:xfrm>
            <a:off x="6905713" y="3159480"/>
            <a:ext cx="1441404" cy="1441404"/>
            <a:chOff x="0" y="0"/>
            <a:chExt cx="812800" cy="812800"/>
          </a:xfrm>
        </p:grpSpPr>
        <p:sp>
          <p:nvSpPr>
            <p:cNvPr id="286" name="Google Shape;286;p21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494E"/>
            </a:solidFill>
            <a:ln w="3810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87" name="Google Shape;287;p21"/>
            <p:cNvSpPr txBox="1"/>
            <p:nvPr/>
          </p:nvSpPr>
          <p:spPr bwMode="auto"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426697944" name="Google Shape;288;p21"/>
          <p:cNvSpPr txBox="1"/>
          <p:nvPr/>
        </p:nvSpPr>
        <p:spPr bwMode="auto">
          <a:xfrm>
            <a:off x="6439651" y="4876814"/>
            <a:ext cx="2373528" cy="188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Lorem ipsum odor amet, consectetuer adipiscing elit. Euismod a ultricies pharetra placerat; lorem pharetra.</a:t>
            </a:r>
            <a:endParaRPr/>
          </a:p>
        </p:txBody>
      </p:sp>
      <p:sp>
        <p:nvSpPr>
          <p:cNvPr id="1002081117" name="Google Shape;289;p21"/>
          <p:cNvSpPr txBox="1"/>
          <p:nvPr/>
        </p:nvSpPr>
        <p:spPr bwMode="auto">
          <a:xfrm>
            <a:off x="5864332" y="3527757"/>
            <a:ext cx="3524167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8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01</a:t>
            </a:r>
            <a:endParaRPr/>
          </a:p>
        </p:txBody>
      </p:sp>
      <p:grpSp>
        <p:nvGrpSpPr>
          <p:cNvPr id="1696262932" name="Google Shape;290;p21"/>
          <p:cNvGrpSpPr/>
          <p:nvPr/>
        </p:nvGrpSpPr>
        <p:grpSpPr bwMode="auto">
          <a:xfrm>
            <a:off x="9820714" y="3159480"/>
            <a:ext cx="1441404" cy="1441404"/>
            <a:chOff x="0" y="0"/>
            <a:chExt cx="812800" cy="812800"/>
          </a:xfrm>
        </p:grpSpPr>
        <p:sp>
          <p:nvSpPr>
            <p:cNvPr id="291" name="Google Shape;291;p21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494E"/>
            </a:solidFill>
            <a:ln w="3810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92" name="Google Shape;292;p21"/>
            <p:cNvSpPr txBox="1"/>
            <p:nvPr/>
          </p:nvSpPr>
          <p:spPr bwMode="auto"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21341134" name="Google Shape;293;p21"/>
          <p:cNvSpPr txBox="1"/>
          <p:nvPr/>
        </p:nvSpPr>
        <p:spPr bwMode="auto">
          <a:xfrm>
            <a:off x="9354653" y="4876814"/>
            <a:ext cx="2373528" cy="188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Lorem ipsum odor amet, consectetuer adipiscing elit. Euismod a ultricies pharetra placerat; lorem pharetra.</a:t>
            </a:r>
            <a:endParaRPr/>
          </a:p>
        </p:txBody>
      </p:sp>
      <p:sp>
        <p:nvSpPr>
          <p:cNvPr id="1652331883" name="Google Shape;294;p21"/>
          <p:cNvSpPr txBox="1"/>
          <p:nvPr/>
        </p:nvSpPr>
        <p:spPr bwMode="auto">
          <a:xfrm>
            <a:off x="8779333" y="3527757"/>
            <a:ext cx="3524167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8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02</a:t>
            </a:r>
            <a:endParaRPr/>
          </a:p>
        </p:txBody>
      </p:sp>
      <p:grpSp>
        <p:nvGrpSpPr>
          <p:cNvPr id="1561983209" name="Google Shape;295;p21"/>
          <p:cNvGrpSpPr/>
          <p:nvPr/>
        </p:nvGrpSpPr>
        <p:grpSpPr bwMode="auto">
          <a:xfrm>
            <a:off x="12735714" y="3159480"/>
            <a:ext cx="1441404" cy="1441404"/>
            <a:chOff x="0" y="0"/>
            <a:chExt cx="812800" cy="812800"/>
          </a:xfrm>
        </p:grpSpPr>
        <p:sp>
          <p:nvSpPr>
            <p:cNvPr id="296" name="Google Shape;296;p21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494E"/>
            </a:solidFill>
            <a:ln w="3810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97" name="Google Shape;297;p21"/>
            <p:cNvSpPr txBox="1"/>
            <p:nvPr/>
          </p:nvSpPr>
          <p:spPr bwMode="auto"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082714039" name="Google Shape;298;p21"/>
          <p:cNvSpPr txBox="1"/>
          <p:nvPr/>
        </p:nvSpPr>
        <p:spPr bwMode="auto">
          <a:xfrm>
            <a:off x="12269654" y="4876814"/>
            <a:ext cx="2373528" cy="188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Lorem ipsum odor amet, consectetuer adipiscing elit. Euismod a ultricies pharetra placerat; lorem pharetra.</a:t>
            </a:r>
            <a:endParaRPr/>
          </a:p>
        </p:txBody>
      </p:sp>
      <p:sp>
        <p:nvSpPr>
          <p:cNvPr id="1134479402" name="Google Shape;299;p21"/>
          <p:cNvSpPr txBox="1"/>
          <p:nvPr/>
        </p:nvSpPr>
        <p:spPr bwMode="auto">
          <a:xfrm>
            <a:off x="11694334" y="3527757"/>
            <a:ext cx="3524167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8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03</a:t>
            </a:r>
            <a:endParaRPr/>
          </a:p>
        </p:txBody>
      </p:sp>
      <p:grpSp>
        <p:nvGrpSpPr>
          <p:cNvPr id="727122406" name="Google Shape;300;p21"/>
          <p:cNvGrpSpPr/>
          <p:nvPr/>
        </p:nvGrpSpPr>
        <p:grpSpPr bwMode="auto">
          <a:xfrm>
            <a:off x="15650717" y="3159480"/>
            <a:ext cx="1441404" cy="1441404"/>
            <a:chOff x="0" y="0"/>
            <a:chExt cx="812800" cy="812800"/>
          </a:xfrm>
        </p:grpSpPr>
        <p:sp>
          <p:nvSpPr>
            <p:cNvPr id="301" name="Google Shape;301;p21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494E"/>
            </a:solidFill>
            <a:ln w="3810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02" name="Google Shape;302;p21"/>
            <p:cNvSpPr txBox="1"/>
            <p:nvPr/>
          </p:nvSpPr>
          <p:spPr bwMode="auto"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445910159" name="Google Shape;303;p21"/>
          <p:cNvSpPr txBox="1"/>
          <p:nvPr/>
        </p:nvSpPr>
        <p:spPr bwMode="auto">
          <a:xfrm>
            <a:off x="15184655" y="4876814"/>
            <a:ext cx="2373528" cy="188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Lorem ipsum odor amet, consectetuer adipiscing elit. Euismod a ultricies pharetra placerat; lorem pharetra.</a:t>
            </a:r>
            <a:endParaRPr/>
          </a:p>
        </p:txBody>
      </p:sp>
      <p:sp>
        <p:nvSpPr>
          <p:cNvPr id="1695532421" name="Google Shape;304;p21"/>
          <p:cNvSpPr txBox="1"/>
          <p:nvPr/>
        </p:nvSpPr>
        <p:spPr bwMode="auto">
          <a:xfrm>
            <a:off x="14609335" y="3527757"/>
            <a:ext cx="3524167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8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04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303A5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43125353" name="Google Shape;309;p22"/>
          <p:cNvGrpSpPr/>
          <p:nvPr/>
        </p:nvGrpSpPr>
        <p:grpSpPr bwMode="auto">
          <a:xfrm>
            <a:off x="2038043" y="2821278"/>
            <a:ext cx="2948847" cy="2948847"/>
            <a:chOff x="0" y="0"/>
            <a:chExt cx="812800" cy="812800"/>
          </a:xfrm>
        </p:grpSpPr>
        <p:sp>
          <p:nvSpPr>
            <p:cNvPr id="310" name="Google Shape;310;p22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494E"/>
            </a:solidFill>
            <a:ln w="3810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11" name="Google Shape;311;p22"/>
            <p:cNvSpPr txBox="1"/>
            <p:nvPr/>
          </p:nvSpPr>
          <p:spPr bwMode="auto"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1332706197" name="Google Shape;312;p22"/>
          <p:cNvGrpSpPr/>
          <p:nvPr/>
        </p:nvGrpSpPr>
        <p:grpSpPr bwMode="auto">
          <a:xfrm>
            <a:off x="9453093" y="2821278"/>
            <a:ext cx="2948847" cy="2948847"/>
            <a:chOff x="0" y="0"/>
            <a:chExt cx="812800" cy="812800"/>
          </a:xfrm>
        </p:grpSpPr>
        <p:sp>
          <p:nvSpPr>
            <p:cNvPr id="313" name="Google Shape;313;p22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494E"/>
            </a:solidFill>
            <a:ln w="3810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14" name="Google Shape;314;p22"/>
            <p:cNvSpPr txBox="1"/>
            <p:nvPr/>
          </p:nvSpPr>
          <p:spPr bwMode="auto"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1745442402" name="Google Shape;315;p22"/>
          <p:cNvGrpSpPr/>
          <p:nvPr/>
        </p:nvGrpSpPr>
        <p:grpSpPr bwMode="auto">
          <a:xfrm>
            <a:off x="5314078" y="2942411"/>
            <a:ext cx="3524167" cy="5183496"/>
            <a:chOff x="0" y="0"/>
            <a:chExt cx="4698889" cy="6911327"/>
          </a:xfrm>
        </p:grpSpPr>
        <p:grpSp>
          <p:nvGrpSpPr>
            <p:cNvPr id="316" name="Google Shape;316;p22"/>
            <p:cNvGrpSpPr/>
            <p:nvPr/>
          </p:nvGrpSpPr>
          <p:grpSpPr bwMode="auto">
            <a:xfrm>
              <a:off x="383546" y="2979531"/>
              <a:ext cx="3931796" cy="3931796"/>
              <a:chOff x="0" y="0"/>
              <a:chExt cx="812800" cy="812800"/>
            </a:xfrm>
          </p:grpSpPr>
          <p:sp>
            <p:nvSpPr>
              <p:cNvPr id="317" name="Google Shape;317;p22"/>
              <p:cNvSpPr/>
              <p:nvPr/>
            </p:nvSpPr>
            <p:spPr bwMode="auto"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E494E"/>
              </a:solidFill>
              <a:ln w="38100" cap="sq" cmpd="sng">
                <a:solidFill>
                  <a:srgbClr val="832427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318" name="Google Shape;318;p22"/>
              <p:cNvSpPr txBox="1"/>
              <p:nvPr/>
            </p:nvSpPr>
            <p:spPr bwMode="auto"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319" name="Google Shape;319;p22"/>
            <p:cNvSpPr txBox="1"/>
            <p:nvPr/>
          </p:nvSpPr>
          <p:spPr bwMode="auto">
            <a:xfrm>
              <a:off x="767093" y="959312"/>
              <a:ext cx="3164704" cy="125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2100" b="0" i="0" u="none" strike="noStrike" cap="none">
                  <a:solidFill>
                    <a:srgbClr val="FFFFFF"/>
                  </a:solidFill>
                  <a:latin typeface="Cabin"/>
                  <a:ea typeface="Cabin"/>
                  <a:cs typeface="Cabin"/>
                </a:rPr>
                <a:t>Lorem ipsum odor amet, consectetuer adipiscing elit. </a:t>
              </a:r>
              <a:endParaRPr/>
            </a:p>
          </p:txBody>
        </p:sp>
        <p:sp>
          <p:nvSpPr>
            <p:cNvPr id="320" name="Google Shape;320;p22"/>
            <p:cNvSpPr txBox="1"/>
            <p:nvPr/>
          </p:nvSpPr>
          <p:spPr bwMode="auto">
            <a:xfrm>
              <a:off x="0" y="0"/>
              <a:ext cx="4698889" cy="72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3600" b="1" i="0" u="none" strike="noStrike" cap="none">
                  <a:solidFill>
                    <a:srgbClr val="FFFFFF"/>
                  </a:solidFill>
                  <a:latin typeface="Cabin"/>
                  <a:ea typeface="Cabin"/>
                  <a:cs typeface="Cabin"/>
                </a:rPr>
                <a:t>POINT 02</a:t>
              </a:r>
              <a:endParaRPr/>
            </a:p>
          </p:txBody>
        </p:sp>
      </p:grpSp>
      <p:grpSp>
        <p:nvGrpSpPr>
          <p:cNvPr id="849816561" name="Google Shape;321;p22"/>
          <p:cNvGrpSpPr/>
          <p:nvPr/>
        </p:nvGrpSpPr>
        <p:grpSpPr bwMode="auto">
          <a:xfrm>
            <a:off x="13013450" y="2942411"/>
            <a:ext cx="3524167" cy="5183496"/>
            <a:chOff x="0" y="0"/>
            <a:chExt cx="4698889" cy="6911327"/>
          </a:xfrm>
        </p:grpSpPr>
        <p:grpSp>
          <p:nvGrpSpPr>
            <p:cNvPr id="322" name="Google Shape;322;p22"/>
            <p:cNvGrpSpPr/>
            <p:nvPr/>
          </p:nvGrpSpPr>
          <p:grpSpPr bwMode="auto">
            <a:xfrm>
              <a:off x="383546" y="2979531"/>
              <a:ext cx="3931796" cy="3931796"/>
              <a:chOff x="0" y="0"/>
              <a:chExt cx="812800" cy="812800"/>
            </a:xfrm>
          </p:grpSpPr>
          <p:sp>
            <p:nvSpPr>
              <p:cNvPr id="323" name="Google Shape;323;p22"/>
              <p:cNvSpPr/>
              <p:nvPr/>
            </p:nvSpPr>
            <p:spPr bwMode="auto"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E494E"/>
              </a:solidFill>
              <a:ln w="38100" cap="sq" cmpd="sng">
                <a:solidFill>
                  <a:srgbClr val="832427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324" name="Google Shape;324;p22"/>
              <p:cNvSpPr txBox="1"/>
              <p:nvPr/>
            </p:nvSpPr>
            <p:spPr bwMode="auto"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325" name="Google Shape;325;p22"/>
            <p:cNvSpPr txBox="1"/>
            <p:nvPr/>
          </p:nvSpPr>
          <p:spPr bwMode="auto">
            <a:xfrm>
              <a:off x="767093" y="959312"/>
              <a:ext cx="3164704" cy="125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2100" b="0" i="0" u="none" strike="noStrike" cap="none">
                  <a:solidFill>
                    <a:srgbClr val="FFFFFF"/>
                  </a:solidFill>
                  <a:latin typeface="Cabin"/>
                  <a:ea typeface="Cabin"/>
                  <a:cs typeface="Cabin"/>
                </a:rPr>
                <a:t>Lorem ipsum odor amet, consectetuer adipiscing elit. </a:t>
              </a:r>
              <a:endParaRPr/>
            </a:p>
          </p:txBody>
        </p:sp>
        <p:sp>
          <p:nvSpPr>
            <p:cNvPr id="326" name="Google Shape;326;p22"/>
            <p:cNvSpPr txBox="1"/>
            <p:nvPr/>
          </p:nvSpPr>
          <p:spPr bwMode="auto">
            <a:xfrm>
              <a:off x="0" y="0"/>
              <a:ext cx="4698889" cy="72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3600" b="1" i="0" u="none" strike="noStrike" cap="none">
                  <a:solidFill>
                    <a:srgbClr val="FFFFFF"/>
                  </a:solidFill>
                  <a:latin typeface="Cabin"/>
                  <a:ea typeface="Cabin"/>
                  <a:cs typeface="Cabin"/>
                </a:rPr>
                <a:t>POINT 04</a:t>
              </a:r>
              <a:endParaRPr/>
            </a:p>
          </p:txBody>
        </p:sp>
      </p:grpSp>
      <p:sp>
        <p:nvSpPr>
          <p:cNvPr id="1448532898" name="Google Shape;327;p22"/>
          <p:cNvSpPr/>
          <p:nvPr/>
        </p:nvSpPr>
        <p:spPr bwMode="auto">
          <a:xfrm>
            <a:off x="2621586" y="3425618"/>
            <a:ext cx="1648412" cy="1740166"/>
          </a:xfrm>
          <a:custGeom>
            <a:avLst/>
            <a:gdLst/>
            <a:ahLst/>
            <a:cxnLst/>
            <a:rect l="l" t="t" r="r" b="b"/>
            <a:pathLst>
              <a:path w="1648412" h="1740166" fill="norm" stroke="1" extrusionOk="0">
                <a:moveTo>
                  <a:pt x="0" y="0"/>
                </a:moveTo>
                <a:lnTo>
                  <a:pt x="1648412" y="0"/>
                </a:lnTo>
                <a:lnTo>
                  <a:pt x="1648412" y="1740166"/>
                </a:lnTo>
                <a:lnTo>
                  <a:pt x="0" y="17401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3686214" name="Google Shape;328;p22"/>
          <p:cNvSpPr/>
          <p:nvPr/>
        </p:nvSpPr>
        <p:spPr bwMode="auto">
          <a:xfrm>
            <a:off x="6096436" y="5770125"/>
            <a:ext cx="1959453" cy="1938077"/>
          </a:xfrm>
          <a:custGeom>
            <a:avLst/>
            <a:gdLst/>
            <a:ahLst/>
            <a:cxnLst/>
            <a:rect l="l" t="t" r="r" b="b"/>
            <a:pathLst>
              <a:path w="1959453" h="1938077" fill="norm" stroke="1" extrusionOk="0">
                <a:moveTo>
                  <a:pt x="0" y="0"/>
                </a:moveTo>
                <a:lnTo>
                  <a:pt x="1959452" y="0"/>
                </a:lnTo>
                <a:lnTo>
                  <a:pt x="1959452" y="1938076"/>
                </a:lnTo>
                <a:lnTo>
                  <a:pt x="0" y="19380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644710470" name="Google Shape;329;p22"/>
          <p:cNvSpPr/>
          <p:nvPr/>
        </p:nvSpPr>
        <p:spPr bwMode="auto">
          <a:xfrm>
            <a:off x="10056059" y="3361389"/>
            <a:ext cx="1742916" cy="1868623"/>
          </a:xfrm>
          <a:custGeom>
            <a:avLst/>
            <a:gdLst/>
            <a:ahLst/>
            <a:cxnLst/>
            <a:rect l="l" t="t" r="r" b="b"/>
            <a:pathLst>
              <a:path w="1742916" h="1868623" fill="norm" stroke="1" extrusionOk="0">
                <a:moveTo>
                  <a:pt x="0" y="0"/>
                </a:moveTo>
                <a:lnTo>
                  <a:pt x="1742916" y="0"/>
                </a:lnTo>
                <a:lnTo>
                  <a:pt x="1742916" y="1868623"/>
                </a:lnTo>
                <a:lnTo>
                  <a:pt x="0" y="18686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53585238" name="Google Shape;330;p22"/>
          <p:cNvSpPr/>
          <p:nvPr/>
        </p:nvSpPr>
        <p:spPr bwMode="auto">
          <a:xfrm>
            <a:off x="14113133" y="5770125"/>
            <a:ext cx="1324800" cy="1675034"/>
          </a:xfrm>
          <a:custGeom>
            <a:avLst/>
            <a:gdLst/>
            <a:ahLst/>
            <a:cxnLst/>
            <a:rect l="l" t="t" r="r" b="b"/>
            <a:pathLst>
              <a:path w="1324800" h="1675034" fill="norm" stroke="1" extrusionOk="0">
                <a:moveTo>
                  <a:pt x="0" y="0"/>
                </a:moveTo>
                <a:lnTo>
                  <a:pt x="1324800" y="0"/>
                </a:lnTo>
                <a:lnTo>
                  <a:pt x="1324800" y="1675034"/>
                </a:lnTo>
                <a:lnTo>
                  <a:pt x="0" y="16750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332480076" name="Google Shape;331;p22"/>
          <p:cNvSpPr txBox="1"/>
          <p:nvPr/>
        </p:nvSpPr>
        <p:spPr bwMode="auto">
          <a:xfrm>
            <a:off x="3550146" y="885825"/>
            <a:ext cx="11187708" cy="1236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7200" b="0" i="0" u="none" strike="noStrike" cap="none">
                <a:solidFill>
                  <a:srgbClr val="FFFFFF"/>
                </a:solidFill>
                <a:latin typeface="Pacifico"/>
                <a:ea typeface="Pacifico"/>
                <a:cs typeface="Pacifico"/>
              </a:rPr>
              <a:t>Polar Bear’s Favorite Foods</a:t>
            </a:r>
            <a:endParaRPr/>
          </a:p>
        </p:txBody>
      </p:sp>
      <p:sp>
        <p:nvSpPr>
          <p:cNvPr id="615723848" name="Google Shape;332;p22"/>
          <p:cNvSpPr txBox="1"/>
          <p:nvPr/>
        </p:nvSpPr>
        <p:spPr bwMode="auto">
          <a:xfrm>
            <a:off x="2325703" y="7099504"/>
            <a:ext cx="2373528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Lorem ipsum odor amet, consectetuer adipiscing elit. </a:t>
            </a:r>
            <a:endParaRPr/>
          </a:p>
        </p:txBody>
      </p:sp>
      <p:sp>
        <p:nvSpPr>
          <p:cNvPr id="1284576152" name="Google Shape;333;p22"/>
          <p:cNvSpPr txBox="1"/>
          <p:nvPr/>
        </p:nvSpPr>
        <p:spPr bwMode="auto">
          <a:xfrm>
            <a:off x="1750383" y="6380019"/>
            <a:ext cx="352416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6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POINT 01</a:t>
            </a:r>
            <a:endParaRPr/>
          </a:p>
        </p:txBody>
      </p:sp>
      <p:sp>
        <p:nvSpPr>
          <p:cNvPr id="873859237" name="Google Shape;334;p22"/>
          <p:cNvSpPr txBox="1"/>
          <p:nvPr/>
        </p:nvSpPr>
        <p:spPr bwMode="auto">
          <a:xfrm>
            <a:off x="9740753" y="7099504"/>
            <a:ext cx="2373528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Lorem ipsum odor amet, consectetuer adipiscing elit. </a:t>
            </a:r>
            <a:endParaRPr/>
          </a:p>
        </p:txBody>
      </p:sp>
      <p:sp>
        <p:nvSpPr>
          <p:cNvPr id="2010067615" name="Google Shape;335;p22"/>
          <p:cNvSpPr txBox="1"/>
          <p:nvPr/>
        </p:nvSpPr>
        <p:spPr bwMode="auto">
          <a:xfrm>
            <a:off x="9165434" y="6380019"/>
            <a:ext cx="352416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6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POINT 03</a:t>
            </a:r>
            <a:endParaRPr/>
          </a:p>
        </p:txBody>
      </p:sp>
      <p:pic>
        <p:nvPicPr>
          <p:cNvPr id="424858039" name="Google Shape;336;p22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>
            <a:off x="9010025" y="8748819"/>
            <a:ext cx="9411951" cy="476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7118141" name="Google Shape;337;p22"/>
          <p:cNvPicPr/>
          <p:nvPr/>
        </p:nvPicPr>
        <p:blipFill rotWithShape="1">
          <a:blip r:embed="rId7">
            <a:alphaModFix/>
          </a:blip>
          <a:stretch/>
        </p:blipFill>
        <p:spPr bwMode="auto">
          <a:xfrm flipH="1">
            <a:off x="-133975" y="8748819"/>
            <a:ext cx="9411951" cy="4769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303A5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14305074" name="Google Shape;342;p23"/>
          <p:cNvGrpSpPr/>
          <p:nvPr/>
        </p:nvGrpSpPr>
        <p:grpSpPr bwMode="auto">
          <a:xfrm>
            <a:off x="7355432" y="-144661"/>
            <a:ext cx="10932568" cy="10431661"/>
            <a:chOff x="0" y="-38100"/>
            <a:chExt cx="2879360" cy="2747433"/>
          </a:xfrm>
        </p:grpSpPr>
        <p:sp>
          <p:nvSpPr>
            <p:cNvPr id="343" name="Google Shape;343;p23"/>
            <p:cNvSpPr/>
            <p:nvPr/>
          </p:nvSpPr>
          <p:spPr bwMode="auto">
            <a:xfrm>
              <a:off x="0" y="0"/>
              <a:ext cx="2879360" cy="2709333"/>
            </a:xfrm>
            <a:custGeom>
              <a:avLst/>
              <a:gdLst/>
              <a:ahLst/>
              <a:cxnLst/>
              <a:rect l="l" t="t" r="r" b="b"/>
              <a:pathLst>
                <a:path w="2879360" h="2709333" fill="norm" stroke="1" extrusionOk="0">
                  <a:moveTo>
                    <a:pt x="0" y="0"/>
                  </a:moveTo>
                  <a:lnTo>
                    <a:pt x="2879360" y="0"/>
                  </a:lnTo>
                  <a:lnTo>
                    <a:pt x="287936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3EBFB"/>
            </a:solidFill>
            <a:ln>
              <a:noFill/>
            </a:ln>
          </p:spPr>
        </p:sp>
        <p:sp>
          <p:nvSpPr>
            <p:cNvPr id="344" name="Google Shape;344;p23"/>
            <p:cNvSpPr txBox="1"/>
            <p:nvPr/>
          </p:nvSpPr>
          <p:spPr bwMode="auto">
            <a:xfrm>
              <a:off x="0" y="-38100"/>
              <a:ext cx="2879360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34136817" name="Google Shape;345;p23"/>
          <p:cNvSpPr txBox="1"/>
          <p:nvPr/>
        </p:nvSpPr>
        <p:spPr bwMode="auto">
          <a:xfrm>
            <a:off x="1495300" y="2063475"/>
            <a:ext cx="4466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7200" b="0" i="0" u="none" strike="noStrike" cap="none">
                <a:solidFill>
                  <a:srgbClr val="FFFFFF"/>
                </a:solidFill>
                <a:latin typeface="Pacifico"/>
                <a:ea typeface="Pacifico"/>
                <a:cs typeface="Pacifico"/>
              </a:rPr>
              <a:t>Topic Here</a:t>
            </a:r>
            <a:endParaRPr/>
          </a:p>
        </p:txBody>
      </p:sp>
      <p:sp>
        <p:nvSpPr>
          <p:cNvPr id="990744119" name="Google Shape;346;p23"/>
          <p:cNvSpPr txBox="1"/>
          <p:nvPr/>
        </p:nvSpPr>
        <p:spPr bwMode="auto">
          <a:xfrm>
            <a:off x="1225519" y="3942349"/>
            <a:ext cx="5005500" cy="18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Lorem ipsum odor amet, consectetuer adipiscing elit. Euismod a ultricies pharetra placerat; lorem pharetra. Bibendum porttitor dignissim ultricies ipsum cubilia leo varius condimentum. Amus tellus magnis eleifend elementum elit vivamus fringilla.</a:t>
            </a:r>
            <a:endParaRPr/>
          </a:p>
        </p:txBody>
      </p:sp>
      <p:sp>
        <p:nvSpPr>
          <p:cNvPr id="2084432544" name="Google Shape;347;p23"/>
          <p:cNvSpPr txBox="1"/>
          <p:nvPr/>
        </p:nvSpPr>
        <p:spPr bwMode="auto">
          <a:xfrm>
            <a:off x="1225519" y="6599133"/>
            <a:ext cx="5005649" cy="188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Lorem ipsum odor amet, consectetuer adipiscing elit. Euismod a ultricies pharetra placerat; lorem pharetra. Bibendum porttitor dignissim ultricies ipsum cubilia leo varius condimentum. Amus tellus magnis eleifend elementum elit vivamus fringilla.</a:t>
            </a:r>
            <a:endParaRPr/>
          </a:p>
        </p:txBody>
      </p:sp>
      <p:pic>
        <p:nvPicPr>
          <p:cNvPr id="1576061" name="Google Shape;348;p23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7939975" y="1474150"/>
            <a:ext cx="9763542" cy="73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303A5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399217" name="Google Shape;353;p24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 flipH="1">
            <a:off x="0" y="7683949"/>
            <a:ext cx="18288000" cy="92422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7340181" name="Google Shape;354;p24"/>
          <p:cNvSpPr/>
          <p:nvPr/>
        </p:nvSpPr>
        <p:spPr bwMode="auto">
          <a:xfrm>
            <a:off x="13499089" y="294710"/>
            <a:ext cx="6767514" cy="9718362"/>
          </a:xfrm>
          <a:custGeom>
            <a:avLst/>
            <a:gdLst/>
            <a:ahLst/>
            <a:cxnLst/>
            <a:rect l="l" t="t" r="r" b="b"/>
            <a:pathLst>
              <a:path w="6767514" h="9718362" fill="norm" stroke="1" extrusionOk="0">
                <a:moveTo>
                  <a:pt x="0" y="0"/>
                </a:moveTo>
                <a:lnTo>
                  <a:pt x="6767514" y="0"/>
                </a:lnTo>
                <a:lnTo>
                  <a:pt x="6767514" y="9718362"/>
                </a:lnTo>
                <a:lnTo>
                  <a:pt x="0" y="97183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2117093103" name="Google Shape;355;p24"/>
          <p:cNvSpPr/>
          <p:nvPr/>
        </p:nvSpPr>
        <p:spPr bwMode="auto">
          <a:xfrm flipH="1">
            <a:off x="10126031" y="3919306"/>
            <a:ext cx="7520422" cy="6262461"/>
          </a:xfrm>
          <a:custGeom>
            <a:avLst/>
            <a:gdLst/>
            <a:ahLst/>
            <a:cxnLst/>
            <a:rect l="l" t="t" r="r" b="b"/>
            <a:pathLst>
              <a:path w="7520422" h="6262461" fill="norm" stroke="1" extrusionOk="0">
                <a:moveTo>
                  <a:pt x="7520422" y="0"/>
                </a:moveTo>
                <a:lnTo>
                  <a:pt x="0" y="0"/>
                </a:lnTo>
                <a:lnTo>
                  <a:pt x="0" y="6262461"/>
                </a:lnTo>
                <a:lnTo>
                  <a:pt x="7520422" y="6262461"/>
                </a:lnTo>
                <a:lnTo>
                  <a:pt x="7520422" y="0"/>
                </a:lnTo>
                <a:close/>
              </a:path>
            </a:pathLst>
          </a:custGeom>
          <a:blipFill>
            <a:blip r:embed="rId5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2123522922" name="Google Shape;356;p24"/>
          <p:cNvSpPr txBox="1"/>
          <p:nvPr/>
        </p:nvSpPr>
        <p:spPr bwMode="auto">
          <a:xfrm>
            <a:off x="1206525" y="1069100"/>
            <a:ext cx="44718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7200" b="0" i="0" u="none" strike="noStrike" cap="none">
                <a:solidFill>
                  <a:srgbClr val="FFFFFF"/>
                </a:solidFill>
                <a:latin typeface="Pacifico"/>
                <a:ea typeface="Pacifico"/>
                <a:cs typeface="Pacifico"/>
              </a:rPr>
              <a:t>Topic Here</a:t>
            </a:r>
            <a:endParaRPr/>
          </a:p>
        </p:txBody>
      </p:sp>
      <p:sp>
        <p:nvSpPr>
          <p:cNvPr id="408060722" name="Google Shape;357;p24"/>
          <p:cNvSpPr txBox="1"/>
          <p:nvPr/>
        </p:nvSpPr>
        <p:spPr bwMode="auto">
          <a:xfrm>
            <a:off x="6325090" y="1069090"/>
            <a:ext cx="4895100" cy="14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Lorem ipsum odor amet, consectetuer adipiscing elit. Euismod a ultricies pharetra placerat; lorem pharetra. Bibendum porttitor dignissim ultricies ipsum.</a:t>
            </a:r>
            <a:endParaRPr/>
          </a:p>
        </p:txBody>
      </p:sp>
      <p:grpSp>
        <p:nvGrpSpPr>
          <p:cNvPr id="1479478454" name="Google Shape;358;p24"/>
          <p:cNvGrpSpPr/>
          <p:nvPr/>
        </p:nvGrpSpPr>
        <p:grpSpPr bwMode="auto">
          <a:xfrm>
            <a:off x="1028700" y="2785401"/>
            <a:ext cx="4827451" cy="2622082"/>
            <a:chOff x="0" y="-38100"/>
            <a:chExt cx="1271427" cy="690589"/>
          </a:xfrm>
        </p:grpSpPr>
        <p:sp>
          <p:nvSpPr>
            <p:cNvPr id="359" name="Google Shape;359;p24"/>
            <p:cNvSpPr/>
            <p:nvPr/>
          </p:nvSpPr>
          <p:spPr bwMode="auto">
            <a:xfrm>
              <a:off x="0" y="0"/>
              <a:ext cx="1271427" cy="652489"/>
            </a:xfrm>
            <a:custGeom>
              <a:avLst/>
              <a:gdLst/>
              <a:ahLst/>
              <a:cxnLst/>
              <a:rect l="l" t="t" r="r" b="b"/>
              <a:pathLst>
                <a:path w="1271427" h="652489" fill="norm" stroke="1" extrusionOk="0">
                  <a:moveTo>
                    <a:pt x="0" y="0"/>
                  </a:moveTo>
                  <a:lnTo>
                    <a:pt x="1271427" y="0"/>
                  </a:lnTo>
                  <a:lnTo>
                    <a:pt x="1271427" y="652489"/>
                  </a:lnTo>
                  <a:lnTo>
                    <a:pt x="0" y="652489"/>
                  </a:lnTo>
                  <a:close/>
                </a:path>
              </a:pathLst>
            </a:custGeom>
            <a:solidFill>
              <a:srgbClr val="DE494E"/>
            </a:solidFill>
            <a:ln w="13335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60" name="Google Shape;360;p24"/>
            <p:cNvSpPr txBox="1"/>
            <p:nvPr/>
          </p:nvSpPr>
          <p:spPr bwMode="auto">
            <a:xfrm>
              <a:off x="0" y="-38100"/>
              <a:ext cx="1271427" cy="6905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481785544" name="Google Shape;361;p24"/>
          <p:cNvGrpSpPr/>
          <p:nvPr/>
        </p:nvGrpSpPr>
        <p:grpSpPr bwMode="auto">
          <a:xfrm>
            <a:off x="6358921" y="2785401"/>
            <a:ext cx="4827451" cy="2622082"/>
            <a:chOff x="0" y="-38100"/>
            <a:chExt cx="1271427" cy="690589"/>
          </a:xfrm>
        </p:grpSpPr>
        <p:sp>
          <p:nvSpPr>
            <p:cNvPr id="362" name="Google Shape;362;p24"/>
            <p:cNvSpPr/>
            <p:nvPr/>
          </p:nvSpPr>
          <p:spPr bwMode="auto">
            <a:xfrm>
              <a:off x="0" y="0"/>
              <a:ext cx="1271427" cy="652489"/>
            </a:xfrm>
            <a:custGeom>
              <a:avLst/>
              <a:gdLst/>
              <a:ahLst/>
              <a:cxnLst/>
              <a:rect l="l" t="t" r="r" b="b"/>
              <a:pathLst>
                <a:path w="1271427" h="652489" fill="norm" stroke="1" extrusionOk="0">
                  <a:moveTo>
                    <a:pt x="0" y="0"/>
                  </a:moveTo>
                  <a:lnTo>
                    <a:pt x="1271427" y="0"/>
                  </a:lnTo>
                  <a:lnTo>
                    <a:pt x="1271427" y="652489"/>
                  </a:lnTo>
                  <a:lnTo>
                    <a:pt x="0" y="652489"/>
                  </a:lnTo>
                  <a:close/>
                </a:path>
              </a:pathLst>
            </a:custGeom>
            <a:solidFill>
              <a:srgbClr val="DE494E"/>
            </a:solidFill>
            <a:ln w="13335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63" name="Google Shape;363;p24"/>
            <p:cNvSpPr txBox="1"/>
            <p:nvPr/>
          </p:nvSpPr>
          <p:spPr bwMode="auto">
            <a:xfrm>
              <a:off x="0" y="-38100"/>
              <a:ext cx="1271427" cy="6905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1023926733" name="Google Shape;364;p24"/>
          <p:cNvGrpSpPr/>
          <p:nvPr/>
        </p:nvGrpSpPr>
        <p:grpSpPr bwMode="auto">
          <a:xfrm>
            <a:off x="1028700" y="5786693"/>
            <a:ext cx="4827451" cy="2622082"/>
            <a:chOff x="0" y="-38100"/>
            <a:chExt cx="1271427" cy="690589"/>
          </a:xfrm>
        </p:grpSpPr>
        <p:sp>
          <p:nvSpPr>
            <p:cNvPr id="365" name="Google Shape;365;p24"/>
            <p:cNvSpPr/>
            <p:nvPr/>
          </p:nvSpPr>
          <p:spPr bwMode="auto">
            <a:xfrm>
              <a:off x="0" y="0"/>
              <a:ext cx="1271427" cy="652489"/>
            </a:xfrm>
            <a:custGeom>
              <a:avLst/>
              <a:gdLst/>
              <a:ahLst/>
              <a:cxnLst/>
              <a:rect l="l" t="t" r="r" b="b"/>
              <a:pathLst>
                <a:path w="1271427" h="652489" fill="norm" stroke="1" extrusionOk="0">
                  <a:moveTo>
                    <a:pt x="0" y="0"/>
                  </a:moveTo>
                  <a:lnTo>
                    <a:pt x="1271427" y="0"/>
                  </a:lnTo>
                  <a:lnTo>
                    <a:pt x="1271427" y="652489"/>
                  </a:lnTo>
                  <a:lnTo>
                    <a:pt x="0" y="652489"/>
                  </a:lnTo>
                  <a:close/>
                </a:path>
              </a:pathLst>
            </a:custGeom>
            <a:solidFill>
              <a:srgbClr val="DE494E"/>
            </a:solidFill>
            <a:ln w="13335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66" name="Google Shape;366;p24"/>
            <p:cNvSpPr txBox="1"/>
            <p:nvPr/>
          </p:nvSpPr>
          <p:spPr bwMode="auto">
            <a:xfrm>
              <a:off x="0" y="-38100"/>
              <a:ext cx="1271427" cy="6905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1898393457" name="Google Shape;367;p24"/>
          <p:cNvGrpSpPr/>
          <p:nvPr/>
        </p:nvGrpSpPr>
        <p:grpSpPr bwMode="auto">
          <a:xfrm>
            <a:off x="6358921" y="5786693"/>
            <a:ext cx="4827451" cy="2622082"/>
            <a:chOff x="0" y="-38100"/>
            <a:chExt cx="1271427" cy="690589"/>
          </a:xfrm>
        </p:grpSpPr>
        <p:sp>
          <p:nvSpPr>
            <p:cNvPr id="368" name="Google Shape;368;p24"/>
            <p:cNvSpPr/>
            <p:nvPr/>
          </p:nvSpPr>
          <p:spPr bwMode="auto">
            <a:xfrm>
              <a:off x="0" y="0"/>
              <a:ext cx="1271427" cy="652489"/>
            </a:xfrm>
            <a:custGeom>
              <a:avLst/>
              <a:gdLst/>
              <a:ahLst/>
              <a:cxnLst/>
              <a:rect l="l" t="t" r="r" b="b"/>
              <a:pathLst>
                <a:path w="1271427" h="652489" fill="norm" stroke="1" extrusionOk="0">
                  <a:moveTo>
                    <a:pt x="0" y="0"/>
                  </a:moveTo>
                  <a:lnTo>
                    <a:pt x="1271427" y="0"/>
                  </a:lnTo>
                  <a:lnTo>
                    <a:pt x="1271427" y="652489"/>
                  </a:lnTo>
                  <a:lnTo>
                    <a:pt x="0" y="652489"/>
                  </a:lnTo>
                  <a:close/>
                </a:path>
              </a:pathLst>
            </a:custGeom>
            <a:solidFill>
              <a:srgbClr val="DE494E"/>
            </a:solidFill>
            <a:ln w="13335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69" name="Google Shape;369;p24"/>
            <p:cNvSpPr txBox="1"/>
            <p:nvPr/>
          </p:nvSpPr>
          <p:spPr bwMode="auto">
            <a:xfrm>
              <a:off x="0" y="-38100"/>
              <a:ext cx="1271427" cy="6905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932488527" name="Google Shape;370;p24"/>
          <p:cNvSpPr txBox="1"/>
          <p:nvPr/>
        </p:nvSpPr>
        <p:spPr bwMode="auto">
          <a:xfrm>
            <a:off x="1310827" y="4032053"/>
            <a:ext cx="4263196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Lorem ipsum odor amet, consectetuer adipiscing elit. Euismod a ultricies pharetra placerat.</a:t>
            </a:r>
            <a:endParaRPr/>
          </a:p>
        </p:txBody>
      </p:sp>
      <p:sp>
        <p:nvSpPr>
          <p:cNvPr id="742613951" name="Google Shape;371;p24"/>
          <p:cNvSpPr txBox="1"/>
          <p:nvPr/>
        </p:nvSpPr>
        <p:spPr bwMode="auto">
          <a:xfrm>
            <a:off x="1680342" y="3376381"/>
            <a:ext cx="352416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6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POINT 01</a:t>
            </a:r>
            <a:endParaRPr/>
          </a:p>
        </p:txBody>
      </p:sp>
      <p:sp>
        <p:nvSpPr>
          <p:cNvPr id="155259575" name="Google Shape;372;p24"/>
          <p:cNvSpPr txBox="1"/>
          <p:nvPr/>
        </p:nvSpPr>
        <p:spPr bwMode="auto">
          <a:xfrm>
            <a:off x="6641049" y="4032053"/>
            <a:ext cx="4263196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Lorem ipsum odor amet, consectetuer adipiscing elit. Euismod a ultricies pharetra placerat.</a:t>
            </a:r>
            <a:endParaRPr/>
          </a:p>
        </p:txBody>
      </p:sp>
      <p:sp>
        <p:nvSpPr>
          <p:cNvPr id="462017614" name="Google Shape;373;p24"/>
          <p:cNvSpPr txBox="1"/>
          <p:nvPr/>
        </p:nvSpPr>
        <p:spPr bwMode="auto">
          <a:xfrm>
            <a:off x="7010563" y="3376381"/>
            <a:ext cx="352416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6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POINT 02</a:t>
            </a:r>
            <a:endParaRPr/>
          </a:p>
        </p:txBody>
      </p:sp>
      <p:sp>
        <p:nvSpPr>
          <p:cNvPr id="1267516290" name="Google Shape;374;p24"/>
          <p:cNvSpPr txBox="1"/>
          <p:nvPr/>
        </p:nvSpPr>
        <p:spPr bwMode="auto">
          <a:xfrm>
            <a:off x="1310827" y="7026410"/>
            <a:ext cx="4263196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Lorem ipsum odor amet, consectetuer adipiscing elit. Euismod a ultricies pharetra placerat.</a:t>
            </a:r>
            <a:endParaRPr/>
          </a:p>
        </p:txBody>
      </p:sp>
      <p:sp>
        <p:nvSpPr>
          <p:cNvPr id="621256293" name="Google Shape;375;p24"/>
          <p:cNvSpPr txBox="1"/>
          <p:nvPr/>
        </p:nvSpPr>
        <p:spPr bwMode="auto">
          <a:xfrm>
            <a:off x="1680342" y="6370739"/>
            <a:ext cx="352416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6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POINT 03</a:t>
            </a:r>
            <a:endParaRPr/>
          </a:p>
        </p:txBody>
      </p:sp>
      <p:sp>
        <p:nvSpPr>
          <p:cNvPr id="1747743307" name="Google Shape;376;p24"/>
          <p:cNvSpPr txBox="1"/>
          <p:nvPr/>
        </p:nvSpPr>
        <p:spPr bwMode="auto">
          <a:xfrm>
            <a:off x="6641049" y="7026410"/>
            <a:ext cx="4263196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Lorem ipsum odor amet, consectetuer adipiscing elit. Euismod a ultricies pharetra placerat.</a:t>
            </a:r>
            <a:endParaRPr/>
          </a:p>
        </p:txBody>
      </p:sp>
      <p:sp>
        <p:nvSpPr>
          <p:cNvPr id="1306733821" name="Google Shape;377;p24"/>
          <p:cNvSpPr txBox="1"/>
          <p:nvPr/>
        </p:nvSpPr>
        <p:spPr bwMode="auto">
          <a:xfrm>
            <a:off x="7010563" y="6370739"/>
            <a:ext cx="3524167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6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POINT 04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303A5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8762818" name="Google Shape;382;p25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0" y="7683949"/>
            <a:ext cx="18288000" cy="9242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6862598" name="Google Shape;383;p25"/>
          <p:cNvGrpSpPr/>
          <p:nvPr/>
        </p:nvGrpSpPr>
        <p:grpSpPr bwMode="auto">
          <a:xfrm>
            <a:off x="7018072" y="1049482"/>
            <a:ext cx="4251857" cy="4251857"/>
            <a:chOff x="0" y="0"/>
            <a:chExt cx="5669142" cy="5669142"/>
          </a:xfrm>
        </p:grpSpPr>
        <p:grpSp>
          <p:nvGrpSpPr>
            <p:cNvPr id="384" name="Google Shape;384;p25"/>
            <p:cNvGrpSpPr/>
            <p:nvPr/>
          </p:nvGrpSpPr>
          <p:grpSpPr bwMode="auto">
            <a:xfrm>
              <a:off x="0" y="0"/>
              <a:ext cx="5669142" cy="5669142"/>
              <a:chOff x="0" y="0"/>
              <a:chExt cx="812800" cy="812800"/>
            </a:xfrm>
          </p:grpSpPr>
          <p:sp>
            <p:nvSpPr>
              <p:cNvPr id="385" name="Google Shape;385;p25"/>
              <p:cNvSpPr/>
              <p:nvPr/>
            </p:nvSpPr>
            <p:spPr bwMode="auto"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E494E"/>
              </a:solidFill>
              <a:ln w="38100" cap="sq" cmpd="sng">
                <a:solidFill>
                  <a:srgbClr val="832427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386" name="Google Shape;386;p25"/>
              <p:cNvSpPr txBox="1"/>
              <p:nvPr/>
            </p:nvSpPr>
            <p:spPr bwMode="auto"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387" name="Google Shape;387;p25"/>
            <p:cNvSpPr txBox="1"/>
            <p:nvPr/>
          </p:nvSpPr>
          <p:spPr bwMode="auto">
            <a:xfrm>
              <a:off x="866931" y="1381774"/>
              <a:ext cx="3799780" cy="17737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8000" b="0" i="0" u="none" strike="noStrike" cap="none">
                  <a:solidFill>
                    <a:srgbClr val="FFFFFF"/>
                  </a:solidFill>
                  <a:latin typeface="Pacifico"/>
                  <a:ea typeface="Pacifico"/>
                  <a:cs typeface="Pacifico"/>
                </a:rPr>
                <a:t>10,000</a:t>
              </a:r>
              <a:endParaRPr/>
            </a:p>
          </p:txBody>
        </p:sp>
        <p:sp>
          <p:nvSpPr>
            <p:cNvPr id="388" name="Google Shape;388;p25"/>
            <p:cNvSpPr txBox="1"/>
            <p:nvPr/>
          </p:nvSpPr>
          <p:spPr bwMode="auto">
            <a:xfrm>
              <a:off x="485127" y="3411068"/>
              <a:ext cx="4698889" cy="72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3600" b="1" i="0" u="none" strike="noStrike" cap="none">
                  <a:solidFill>
                    <a:srgbClr val="FFFFFF"/>
                  </a:solidFill>
                  <a:latin typeface="Cabin"/>
                  <a:ea typeface="Cabin"/>
                  <a:cs typeface="Cabin"/>
                </a:rPr>
                <a:t>POINT 01</a:t>
              </a:r>
              <a:endParaRPr/>
            </a:p>
          </p:txBody>
        </p:sp>
      </p:grpSp>
      <p:grpSp>
        <p:nvGrpSpPr>
          <p:cNvPr id="1406657614" name="Google Shape;389;p25"/>
          <p:cNvGrpSpPr/>
          <p:nvPr/>
        </p:nvGrpSpPr>
        <p:grpSpPr bwMode="auto">
          <a:xfrm>
            <a:off x="12538051" y="1256375"/>
            <a:ext cx="4251857" cy="4251857"/>
            <a:chOff x="0" y="0"/>
            <a:chExt cx="5669142" cy="5669142"/>
          </a:xfrm>
        </p:grpSpPr>
        <p:grpSp>
          <p:nvGrpSpPr>
            <p:cNvPr id="390" name="Google Shape;390;p25"/>
            <p:cNvGrpSpPr/>
            <p:nvPr/>
          </p:nvGrpSpPr>
          <p:grpSpPr bwMode="auto">
            <a:xfrm>
              <a:off x="0" y="0"/>
              <a:ext cx="5669142" cy="5669142"/>
              <a:chOff x="0" y="0"/>
              <a:chExt cx="812800" cy="812800"/>
            </a:xfrm>
          </p:grpSpPr>
          <p:sp>
            <p:nvSpPr>
              <p:cNvPr id="391" name="Google Shape;391;p25"/>
              <p:cNvSpPr/>
              <p:nvPr/>
            </p:nvSpPr>
            <p:spPr bwMode="auto"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E494E"/>
              </a:solidFill>
              <a:ln w="38100" cap="sq" cmpd="sng">
                <a:solidFill>
                  <a:srgbClr val="832427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392" name="Google Shape;392;p25"/>
              <p:cNvSpPr txBox="1"/>
              <p:nvPr/>
            </p:nvSpPr>
            <p:spPr bwMode="auto"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393" name="Google Shape;393;p25"/>
            <p:cNvSpPr txBox="1"/>
            <p:nvPr/>
          </p:nvSpPr>
          <p:spPr bwMode="auto">
            <a:xfrm>
              <a:off x="866931" y="1381774"/>
              <a:ext cx="3799780" cy="17737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8000" b="0" i="0" u="none" strike="noStrike" cap="none">
                  <a:solidFill>
                    <a:srgbClr val="FFFFFF"/>
                  </a:solidFill>
                  <a:latin typeface="Pacifico"/>
                  <a:ea typeface="Pacifico"/>
                  <a:cs typeface="Pacifico"/>
                </a:rPr>
                <a:t>1,000</a:t>
              </a:r>
              <a:endParaRPr/>
            </a:p>
          </p:txBody>
        </p:sp>
        <p:sp>
          <p:nvSpPr>
            <p:cNvPr id="394" name="Google Shape;394;p25"/>
            <p:cNvSpPr txBox="1"/>
            <p:nvPr/>
          </p:nvSpPr>
          <p:spPr bwMode="auto">
            <a:xfrm>
              <a:off x="485127" y="3411068"/>
              <a:ext cx="4698889" cy="72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3600" b="1" i="0" u="none" strike="noStrike" cap="none">
                  <a:solidFill>
                    <a:srgbClr val="FFFFFF"/>
                  </a:solidFill>
                  <a:latin typeface="Cabin"/>
                  <a:ea typeface="Cabin"/>
                  <a:cs typeface="Cabin"/>
                </a:rPr>
                <a:t>POINT 02</a:t>
              </a:r>
              <a:endParaRPr/>
            </a:p>
          </p:txBody>
        </p:sp>
      </p:grpSp>
      <p:grpSp>
        <p:nvGrpSpPr>
          <p:cNvPr id="1030545351" name="Google Shape;395;p25"/>
          <p:cNvGrpSpPr/>
          <p:nvPr/>
        </p:nvGrpSpPr>
        <p:grpSpPr bwMode="auto">
          <a:xfrm>
            <a:off x="9677158" y="5143500"/>
            <a:ext cx="4251857" cy="4251857"/>
            <a:chOff x="0" y="0"/>
            <a:chExt cx="5669142" cy="5669142"/>
          </a:xfrm>
        </p:grpSpPr>
        <p:grpSp>
          <p:nvGrpSpPr>
            <p:cNvPr id="396" name="Google Shape;396;p25"/>
            <p:cNvGrpSpPr/>
            <p:nvPr/>
          </p:nvGrpSpPr>
          <p:grpSpPr bwMode="auto">
            <a:xfrm>
              <a:off x="0" y="0"/>
              <a:ext cx="5669142" cy="5669142"/>
              <a:chOff x="0" y="0"/>
              <a:chExt cx="812800" cy="812800"/>
            </a:xfrm>
          </p:grpSpPr>
          <p:sp>
            <p:nvSpPr>
              <p:cNvPr id="397" name="Google Shape;397;p25"/>
              <p:cNvSpPr/>
              <p:nvPr/>
            </p:nvSpPr>
            <p:spPr bwMode="auto"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E494E"/>
              </a:solidFill>
              <a:ln w="38100" cap="sq" cmpd="sng">
                <a:solidFill>
                  <a:srgbClr val="832427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/>
              </a:p>
            </p:txBody>
          </p:sp>
          <p:sp>
            <p:nvSpPr>
              <p:cNvPr id="398" name="Google Shape;398;p25"/>
              <p:cNvSpPr txBox="1"/>
              <p:nvPr/>
            </p:nvSpPr>
            <p:spPr bwMode="auto"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</a:endParaRPr>
              </a:p>
            </p:txBody>
          </p:sp>
        </p:grpSp>
        <p:sp>
          <p:nvSpPr>
            <p:cNvPr id="399" name="Google Shape;399;p25"/>
            <p:cNvSpPr txBox="1"/>
            <p:nvPr/>
          </p:nvSpPr>
          <p:spPr bwMode="auto">
            <a:xfrm>
              <a:off x="866931" y="1381774"/>
              <a:ext cx="3799780" cy="17737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8000" b="0" i="0" u="none" strike="noStrike" cap="none">
                  <a:solidFill>
                    <a:srgbClr val="FFFFFF"/>
                  </a:solidFill>
                  <a:latin typeface="Pacifico"/>
                  <a:ea typeface="Pacifico"/>
                  <a:cs typeface="Pacifico"/>
                </a:rPr>
                <a:t>100</a:t>
              </a:r>
              <a:endParaRPr/>
            </a:p>
          </p:txBody>
        </p:sp>
        <p:sp>
          <p:nvSpPr>
            <p:cNvPr id="400" name="Google Shape;400;p25"/>
            <p:cNvSpPr txBox="1"/>
            <p:nvPr/>
          </p:nvSpPr>
          <p:spPr bwMode="auto">
            <a:xfrm>
              <a:off x="485127" y="3411068"/>
              <a:ext cx="4698889" cy="72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3600" b="1" i="0" u="none" strike="noStrike" cap="none">
                  <a:solidFill>
                    <a:srgbClr val="FFFFFF"/>
                  </a:solidFill>
                  <a:latin typeface="Cabin"/>
                  <a:ea typeface="Cabin"/>
                  <a:cs typeface="Cabin"/>
                </a:rPr>
                <a:t>POINT 03</a:t>
              </a:r>
              <a:endParaRPr/>
            </a:p>
          </p:txBody>
        </p:sp>
      </p:grpSp>
      <p:sp>
        <p:nvSpPr>
          <p:cNvPr id="1782188588" name="Google Shape;401;p25"/>
          <p:cNvSpPr/>
          <p:nvPr/>
        </p:nvSpPr>
        <p:spPr bwMode="auto">
          <a:xfrm>
            <a:off x="-836761" y="1456309"/>
            <a:ext cx="5135251" cy="7374381"/>
          </a:xfrm>
          <a:custGeom>
            <a:avLst/>
            <a:gdLst/>
            <a:ahLst/>
            <a:cxnLst/>
            <a:rect l="l" t="t" r="r" b="b"/>
            <a:pathLst>
              <a:path w="5135251" h="7374381" fill="norm" stroke="1" extrusionOk="0">
                <a:moveTo>
                  <a:pt x="0" y="0"/>
                </a:moveTo>
                <a:lnTo>
                  <a:pt x="5135251" y="0"/>
                </a:lnTo>
                <a:lnTo>
                  <a:pt x="5135251" y="7374382"/>
                </a:lnTo>
                <a:lnTo>
                  <a:pt x="0" y="73743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001586673" name="Google Shape;402;p25"/>
          <p:cNvSpPr/>
          <p:nvPr/>
        </p:nvSpPr>
        <p:spPr bwMode="auto">
          <a:xfrm flipH="1">
            <a:off x="264643" y="1028700"/>
            <a:ext cx="7053141" cy="9258300"/>
          </a:xfrm>
          <a:custGeom>
            <a:avLst/>
            <a:gdLst/>
            <a:ahLst/>
            <a:cxnLst/>
            <a:rect l="l" t="t" r="r" b="b"/>
            <a:pathLst>
              <a:path w="7053141" h="9258300" fill="norm" stroke="1" extrusionOk="0">
                <a:moveTo>
                  <a:pt x="7053141" y="0"/>
                </a:moveTo>
                <a:lnTo>
                  <a:pt x="0" y="0"/>
                </a:lnTo>
                <a:lnTo>
                  <a:pt x="0" y="9258300"/>
                </a:lnTo>
                <a:lnTo>
                  <a:pt x="7053141" y="9258300"/>
                </a:lnTo>
                <a:lnTo>
                  <a:pt x="7053141" y="0"/>
                </a:lnTo>
                <a:close/>
              </a:path>
            </a:pathLst>
          </a:custGeom>
          <a:blipFill>
            <a:blip r:embed="rId5">
              <a:alphaModFix/>
            </a:blip>
            <a:stretch>
              <a:fillRect l="0" t="0" r="0" b="0"/>
            </a:stretch>
          </a:blip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303A5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308298" name="Google Shape;407;p26"/>
          <p:cNvSpPr txBox="1"/>
          <p:nvPr/>
        </p:nvSpPr>
        <p:spPr bwMode="auto">
          <a:xfrm>
            <a:off x="9006382" y="888399"/>
            <a:ext cx="82530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7200" b="0" i="0" u="none" strike="noStrike" cap="none">
                <a:solidFill>
                  <a:srgbClr val="FFFFFF"/>
                </a:solidFill>
                <a:latin typeface="Pacifico"/>
                <a:ea typeface="Pacifico"/>
                <a:cs typeface="Pacifico"/>
              </a:rPr>
              <a:t>Polar Bear’s Population</a:t>
            </a:r>
            <a:endParaRPr/>
          </a:p>
        </p:txBody>
      </p:sp>
      <p:grpSp>
        <p:nvGrpSpPr>
          <p:cNvPr id="808619308" name="Google Shape;408;p26"/>
          <p:cNvGrpSpPr/>
          <p:nvPr/>
        </p:nvGrpSpPr>
        <p:grpSpPr bwMode="auto">
          <a:xfrm>
            <a:off x="1153788" y="706868"/>
            <a:ext cx="7498572" cy="4651900"/>
            <a:chOff x="0" y="-38100"/>
            <a:chExt cx="2179124" cy="1351866"/>
          </a:xfrm>
        </p:grpSpPr>
        <p:sp>
          <p:nvSpPr>
            <p:cNvPr id="409" name="Google Shape;409;p26"/>
            <p:cNvSpPr/>
            <p:nvPr/>
          </p:nvSpPr>
          <p:spPr bwMode="auto">
            <a:xfrm>
              <a:off x="0" y="0"/>
              <a:ext cx="2179124" cy="1313766"/>
            </a:xfrm>
            <a:custGeom>
              <a:avLst/>
              <a:gdLst/>
              <a:ahLst/>
              <a:cxnLst/>
              <a:rect l="l" t="t" r="r" b="b"/>
              <a:pathLst>
                <a:path w="2179124" h="1313766" fill="norm" stroke="1" extrusionOk="0">
                  <a:moveTo>
                    <a:pt x="0" y="0"/>
                  </a:moveTo>
                  <a:lnTo>
                    <a:pt x="2179124" y="0"/>
                  </a:lnTo>
                  <a:lnTo>
                    <a:pt x="2179124" y="1313766"/>
                  </a:lnTo>
                  <a:lnTo>
                    <a:pt x="0" y="1313766"/>
                  </a:lnTo>
                  <a:close/>
                </a:path>
              </a:pathLst>
            </a:custGeom>
            <a:solidFill>
              <a:srgbClr val="FFFFFF"/>
            </a:solidFill>
            <a:ln w="13335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10" name="Google Shape;410;p26"/>
            <p:cNvSpPr txBox="1"/>
            <p:nvPr/>
          </p:nvSpPr>
          <p:spPr bwMode="auto">
            <a:xfrm>
              <a:off x="0" y="-38100"/>
              <a:ext cx="2179124" cy="1351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1195507457" name="Google Shape;411;p26"/>
          <p:cNvGrpSpPr/>
          <p:nvPr/>
        </p:nvGrpSpPr>
        <p:grpSpPr bwMode="auto">
          <a:xfrm>
            <a:off x="9597162" y="5012394"/>
            <a:ext cx="7498572" cy="4651900"/>
            <a:chOff x="0" y="-38100"/>
            <a:chExt cx="2179124" cy="1351866"/>
          </a:xfrm>
        </p:grpSpPr>
        <p:sp>
          <p:nvSpPr>
            <p:cNvPr id="412" name="Google Shape;412;p26"/>
            <p:cNvSpPr/>
            <p:nvPr/>
          </p:nvSpPr>
          <p:spPr bwMode="auto">
            <a:xfrm>
              <a:off x="0" y="0"/>
              <a:ext cx="2179124" cy="1313766"/>
            </a:xfrm>
            <a:custGeom>
              <a:avLst/>
              <a:gdLst/>
              <a:ahLst/>
              <a:cxnLst/>
              <a:rect l="l" t="t" r="r" b="b"/>
              <a:pathLst>
                <a:path w="2179124" h="1313766" fill="norm" stroke="1" extrusionOk="0">
                  <a:moveTo>
                    <a:pt x="0" y="0"/>
                  </a:moveTo>
                  <a:lnTo>
                    <a:pt x="2179124" y="0"/>
                  </a:lnTo>
                  <a:lnTo>
                    <a:pt x="2179124" y="1313766"/>
                  </a:lnTo>
                  <a:lnTo>
                    <a:pt x="0" y="1313766"/>
                  </a:lnTo>
                  <a:close/>
                </a:path>
              </a:pathLst>
            </a:custGeom>
            <a:solidFill>
              <a:srgbClr val="FFFFFF"/>
            </a:solidFill>
            <a:ln w="13335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13" name="Google Shape;413;p26"/>
            <p:cNvSpPr txBox="1"/>
            <p:nvPr/>
          </p:nvSpPr>
          <p:spPr bwMode="auto">
            <a:xfrm>
              <a:off x="0" y="-38100"/>
              <a:ext cx="2179124" cy="1351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87093318" name="Google Shape;414;p26"/>
          <p:cNvSpPr txBox="1"/>
          <p:nvPr/>
        </p:nvSpPr>
        <p:spPr bwMode="auto">
          <a:xfrm>
            <a:off x="9692325" y="3490460"/>
            <a:ext cx="6881100" cy="10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Lorem ipsum odor amet, consectetuer adipiscing elit. Euismod a ultricies pharetra placerat; lorem pharetra. Bibendum porttitor dignissim ultricies ipsum.</a:t>
            </a:r>
            <a:endParaRPr/>
          </a:p>
        </p:txBody>
      </p:sp>
      <p:pic>
        <p:nvPicPr>
          <p:cNvPr id="1400269734" name="Google Shape;415;p26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995929" y="742553"/>
            <a:ext cx="7814293" cy="4711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2632865" name="Google Shape;416;p26"/>
          <p:cNvPicPr/>
          <p:nvPr/>
        </p:nvPicPr>
        <p:blipFill rotWithShape="1">
          <a:blip r:embed="rId4">
            <a:alphaModFix/>
          </a:blip>
          <a:srcRect l="0" t="0" r="0" b="0"/>
          <a:stretch/>
        </p:blipFill>
        <p:spPr bwMode="auto">
          <a:xfrm>
            <a:off x="9478168" y="4975009"/>
            <a:ext cx="7736560" cy="4857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8543262" name="Google Shape;417;p26"/>
          <p:cNvPicPr/>
          <p:nvPr/>
        </p:nvPicPr>
        <p:blipFill rotWithShape="1">
          <a:blip r:embed="rId5">
            <a:alphaModFix/>
          </a:blip>
          <a:stretch/>
        </p:blipFill>
        <p:spPr bwMode="auto">
          <a:xfrm>
            <a:off x="917312" y="5781385"/>
            <a:ext cx="7971523" cy="5998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303A5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0339351" name="Google Shape;422;p27"/>
          <p:cNvPicPr/>
          <p:nvPr/>
        </p:nvPicPr>
        <p:blipFill rotWithShape="1">
          <a:blip r:embed="rId3">
            <a:alphaModFix/>
          </a:blip>
          <a:srcRect l="3889" t="37360" r="25628" b="0"/>
          <a:stretch/>
        </p:blipFill>
        <p:spPr bwMode="auto">
          <a:xfrm>
            <a:off x="1126375" y="1053125"/>
            <a:ext cx="6570350" cy="8758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905077" name="Google Shape;423;p27"/>
          <p:cNvPicPr/>
          <p:nvPr/>
        </p:nvPicPr>
        <p:blipFill rotWithShape="1">
          <a:blip r:embed="rId4">
            <a:alphaModFix/>
          </a:blip>
          <a:srcRect l="16335" t="18045" r="19361" b="0"/>
          <a:stretch/>
        </p:blipFill>
        <p:spPr bwMode="auto">
          <a:xfrm>
            <a:off x="8400338" y="4871034"/>
            <a:ext cx="3966382" cy="397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8138235" name="Google Shape;424;p27"/>
          <p:cNvPicPr/>
          <p:nvPr/>
        </p:nvPicPr>
        <p:blipFill rotWithShape="1">
          <a:blip r:embed="rId5">
            <a:alphaModFix/>
          </a:blip>
          <a:srcRect l="16711" t="0" r="16711" b="0"/>
          <a:stretch/>
        </p:blipFill>
        <p:spPr bwMode="auto">
          <a:xfrm>
            <a:off x="12910837" y="4871034"/>
            <a:ext cx="3966382" cy="3971701"/>
          </a:xfrm>
          <a:prstGeom prst="rect">
            <a:avLst/>
          </a:prstGeom>
          <a:noFill/>
          <a:ln>
            <a:noFill/>
          </a:ln>
        </p:spPr>
      </p:pic>
      <p:sp>
        <p:nvSpPr>
          <p:cNvPr id="570915970" name="Google Shape;425;p27"/>
          <p:cNvSpPr txBox="1"/>
          <p:nvPr/>
        </p:nvSpPr>
        <p:spPr bwMode="auto">
          <a:xfrm>
            <a:off x="9839252" y="1217782"/>
            <a:ext cx="5602560" cy="1236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7200" b="0" i="0" u="none" strike="noStrike" cap="none">
                <a:solidFill>
                  <a:srgbClr val="FFFFFF"/>
                </a:solidFill>
                <a:latin typeface="Pacifico"/>
                <a:ea typeface="Pacifico"/>
                <a:cs typeface="Pacifico"/>
              </a:rPr>
              <a:t>Photo Gallery</a:t>
            </a:r>
            <a:endParaRPr/>
          </a:p>
        </p:txBody>
      </p:sp>
      <p:sp>
        <p:nvSpPr>
          <p:cNvPr id="1216817023" name="Google Shape;426;p27"/>
          <p:cNvSpPr txBox="1"/>
          <p:nvPr/>
        </p:nvSpPr>
        <p:spPr bwMode="auto">
          <a:xfrm>
            <a:off x="9144000" y="3054202"/>
            <a:ext cx="699306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Lorem ipsum odor amet, consectetuer adipiscing elit. Euismod a ultricies pharetra placerat; lorem pharetra. Bibendum porttitor dignissim ultricies ipsum.</a:t>
            </a:r>
            <a:endParaRPr/>
          </a:p>
        </p:txBody>
      </p:sp>
      <p:pic>
        <p:nvPicPr>
          <p:cNvPr id="1562678795" name="Google Shape;427;p27"/>
          <p:cNvPicPr/>
          <p:nvPr/>
        </p:nvPicPr>
        <p:blipFill rotWithShape="1">
          <a:blip r:embed="rId6">
            <a:alphaModFix/>
          </a:blip>
          <a:stretch/>
        </p:blipFill>
        <p:spPr bwMode="auto">
          <a:xfrm flipH="1">
            <a:off x="0" y="7683949"/>
            <a:ext cx="18288000" cy="9242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303A5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1609787" name="Google Shape;432;p28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>
            <a:off x="9010025" y="6805719"/>
            <a:ext cx="9411951" cy="476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575481" name="Google Shape;433;p28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 flipH="1">
            <a:off x="-133975" y="6805719"/>
            <a:ext cx="9411951" cy="47693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0299646" name="Google Shape;434;p28"/>
          <p:cNvGrpSpPr/>
          <p:nvPr/>
        </p:nvGrpSpPr>
        <p:grpSpPr bwMode="auto">
          <a:xfrm>
            <a:off x="790804" y="3068271"/>
            <a:ext cx="11361534" cy="4051809"/>
            <a:chOff x="0" y="-38100"/>
            <a:chExt cx="2992338" cy="1067143"/>
          </a:xfrm>
        </p:grpSpPr>
        <p:sp>
          <p:nvSpPr>
            <p:cNvPr id="435" name="Google Shape;435;p28"/>
            <p:cNvSpPr/>
            <p:nvPr/>
          </p:nvSpPr>
          <p:spPr bwMode="auto">
            <a:xfrm>
              <a:off x="0" y="0"/>
              <a:ext cx="2992338" cy="1029043"/>
            </a:xfrm>
            <a:custGeom>
              <a:avLst/>
              <a:gdLst/>
              <a:ahLst/>
              <a:cxnLst/>
              <a:rect l="l" t="t" r="r" b="b"/>
              <a:pathLst>
                <a:path w="2992338" h="1029043" fill="norm" stroke="1" extrusionOk="0">
                  <a:moveTo>
                    <a:pt x="0" y="0"/>
                  </a:moveTo>
                  <a:lnTo>
                    <a:pt x="2992338" y="0"/>
                  </a:lnTo>
                  <a:lnTo>
                    <a:pt x="2992338" y="1029043"/>
                  </a:lnTo>
                  <a:lnTo>
                    <a:pt x="0" y="1029043"/>
                  </a:lnTo>
                  <a:close/>
                </a:path>
              </a:pathLst>
            </a:custGeom>
            <a:solidFill>
              <a:srgbClr val="FFFFFF"/>
            </a:solidFill>
            <a:ln w="13335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36" name="Google Shape;436;p28"/>
            <p:cNvSpPr txBox="1"/>
            <p:nvPr/>
          </p:nvSpPr>
          <p:spPr bwMode="auto">
            <a:xfrm>
              <a:off x="0" y="-38100"/>
              <a:ext cx="2992338" cy="10671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pic>
        <p:nvPicPr>
          <p:cNvPr id="1519138881" name="Google Shape;437;p28"/>
          <p:cNvPicPr/>
          <p:nvPr/>
        </p:nvPicPr>
        <p:blipFill rotWithShape="1">
          <a:blip r:embed="rId4">
            <a:alphaModFix/>
          </a:blip>
          <a:stretch/>
        </p:blipFill>
        <p:spPr bwMode="auto">
          <a:xfrm>
            <a:off x="1251909" y="1913575"/>
            <a:ext cx="10439281" cy="216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6119470" name="Google Shape;438;p28"/>
          <p:cNvSpPr/>
          <p:nvPr/>
        </p:nvSpPr>
        <p:spPr bwMode="auto">
          <a:xfrm>
            <a:off x="11252648" y="1831041"/>
            <a:ext cx="6442598" cy="8749207"/>
          </a:xfrm>
          <a:custGeom>
            <a:avLst/>
            <a:gdLst/>
            <a:ahLst/>
            <a:cxnLst/>
            <a:rect l="l" t="t" r="r" b="b"/>
            <a:pathLst>
              <a:path w="6442598" h="8749207" fill="norm" stroke="1" extrusionOk="0">
                <a:moveTo>
                  <a:pt x="0" y="0"/>
                </a:moveTo>
                <a:lnTo>
                  <a:pt x="6442598" y="0"/>
                </a:lnTo>
                <a:lnTo>
                  <a:pt x="6442598" y="8749207"/>
                </a:lnTo>
                <a:lnTo>
                  <a:pt x="0" y="87492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2134551002" name="Google Shape;439;p28"/>
          <p:cNvSpPr txBox="1"/>
          <p:nvPr/>
        </p:nvSpPr>
        <p:spPr bwMode="auto">
          <a:xfrm>
            <a:off x="3030702" y="2334267"/>
            <a:ext cx="68817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400" b="0" i="0" u="none" strike="noStrike" cap="none">
                <a:solidFill>
                  <a:srgbClr val="FFFFFF"/>
                </a:solidFill>
                <a:latin typeface="Pacifico"/>
                <a:ea typeface="Pacifico"/>
                <a:cs typeface="Pacifico"/>
              </a:rPr>
              <a:t>End of Presentation</a:t>
            </a:r>
            <a:endParaRPr/>
          </a:p>
        </p:txBody>
      </p:sp>
      <p:sp>
        <p:nvSpPr>
          <p:cNvPr id="500067973" name="Google Shape;440;p28"/>
          <p:cNvSpPr txBox="1"/>
          <p:nvPr/>
        </p:nvSpPr>
        <p:spPr bwMode="auto">
          <a:xfrm>
            <a:off x="2750600" y="4551489"/>
            <a:ext cx="7441942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b="0" i="0" u="none" strike="noStrike" cap="none">
                <a:solidFill>
                  <a:srgbClr val="303A53"/>
                </a:solidFill>
                <a:latin typeface="Cabin"/>
                <a:ea typeface="Cabin"/>
                <a:cs typeface="Cabin"/>
              </a:rPr>
              <a:t>Lorem ipsum odor amet, consectetuer adipiscing elit. Euismod a ultricies pharetra placerat; lorem pharetra. Bibendum porttitor dignissim ultricies ipsum cubilia leo varius condimentum. </a:t>
            </a:r>
            <a:endParaRPr/>
          </a:p>
        </p:txBody>
      </p:sp>
      <p:sp>
        <p:nvSpPr>
          <p:cNvPr id="972577126" name="Google Shape;441;p28"/>
          <p:cNvSpPr/>
          <p:nvPr/>
        </p:nvSpPr>
        <p:spPr bwMode="auto">
          <a:xfrm flipH="1">
            <a:off x="14473947" y="8719844"/>
            <a:ext cx="4477891" cy="1717882"/>
          </a:xfrm>
          <a:custGeom>
            <a:avLst/>
            <a:gdLst/>
            <a:ahLst/>
            <a:cxnLst/>
            <a:rect l="l" t="t" r="r" b="b"/>
            <a:pathLst>
              <a:path w="4477891" h="1717882" fill="norm" stroke="1" extrusionOk="0">
                <a:moveTo>
                  <a:pt x="4477891" y="0"/>
                </a:moveTo>
                <a:lnTo>
                  <a:pt x="0" y="0"/>
                </a:lnTo>
                <a:lnTo>
                  <a:pt x="0" y="1717882"/>
                </a:lnTo>
                <a:lnTo>
                  <a:pt x="4477891" y="1717882"/>
                </a:lnTo>
                <a:lnTo>
                  <a:pt x="4477891" y="0"/>
                </a:lnTo>
                <a:close/>
              </a:path>
            </a:pathLst>
          </a:custGeom>
          <a:blipFill>
            <a:blip r:embed="rId6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grpSp>
        <p:nvGrpSpPr>
          <p:cNvPr id="143635648" name="Google Shape;442;p28"/>
          <p:cNvGrpSpPr/>
          <p:nvPr/>
        </p:nvGrpSpPr>
        <p:grpSpPr bwMode="auto">
          <a:xfrm>
            <a:off x="4855305" y="1165267"/>
            <a:ext cx="3232533" cy="876725"/>
            <a:chOff x="0" y="-38100"/>
            <a:chExt cx="1301113" cy="352887"/>
          </a:xfrm>
        </p:grpSpPr>
        <p:sp>
          <p:nvSpPr>
            <p:cNvPr id="443" name="Google Shape;443;p28"/>
            <p:cNvSpPr/>
            <p:nvPr/>
          </p:nvSpPr>
          <p:spPr bwMode="auto">
            <a:xfrm>
              <a:off x="0" y="0"/>
              <a:ext cx="1301113" cy="314787"/>
            </a:xfrm>
            <a:custGeom>
              <a:avLst/>
              <a:gdLst/>
              <a:ahLst/>
              <a:cxnLst/>
              <a:rect l="l" t="t" r="r" b="b"/>
              <a:pathLst>
                <a:path w="1301113" h="314787" fill="norm" stroke="1" extrusionOk="0">
                  <a:moveTo>
                    <a:pt x="0" y="0"/>
                  </a:moveTo>
                  <a:lnTo>
                    <a:pt x="1301113" y="0"/>
                  </a:lnTo>
                  <a:lnTo>
                    <a:pt x="1301113" y="314787"/>
                  </a:lnTo>
                  <a:lnTo>
                    <a:pt x="0" y="314787"/>
                  </a:lnTo>
                  <a:close/>
                </a:path>
              </a:pathLst>
            </a:custGeom>
            <a:solidFill>
              <a:srgbClr val="DE494E"/>
            </a:solidFill>
            <a:ln w="76200" cap="sq" cmpd="sng">
              <a:solidFill>
                <a:srgbClr val="832427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44" name="Google Shape;444;p28"/>
            <p:cNvSpPr txBox="1"/>
            <p:nvPr/>
          </p:nvSpPr>
          <p:spPr bwMode="auto">
            <a:xfrm>
              <a:off x="0" y="-38100"/>
              <a:ext cx="1301113" cy="3528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62321096" name="Google Shape;445;p28"/>
          <p:cNvSpPr txBox="1"/>
          <p:nvPr/>
        </p:nvSpPr>
        <p:spPr bwMode="auto">
          <a:xfrm>
            <a:off x="5570332" y="1424459"/>
            <a:ext cx="1802476" cy="405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35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</a:rPr>
              <a:t>THANK  YOU!</a:t>
            </a:r>
            <a:endParaRPr/>
          </a:p>
        </p:txBody>
      </p:sp>
      <p:sp>
        <p:nvSpPr>
          <p:cNvPr id="1294894424" name="Google Shape;446;p28"/>
          <p:cNvSpPr/>
          <p:nvPr/>
        </p:nvSpPr>
        <p:spPr bwMode="auto">
          <a:xfrm flipH="1">
            <a:off x="2307213" y="8006449"/>
            <a:ext cx="6526239" cy="2503703"/>
          </a:xfrm>
          <a:custGeom>
            <a:avLst/>
            <a:gdLst/>
            <a:ahLst/>
            <a:cxnLst/>
            <a:rect l="l" t="t" r="r" b="b"/>
            <a:pathLst>
              <a:path w="6526239" h="2503703" fill="norm" stroke="1" extrusionOk="0">
                <a:moveTo>
                  <a:pt x="6526240" y="0"/>
                </a:moveTo>
                <a:lnTo>
                  <a:pt x="0" y="0"/>
                </a:lnTo>
                <a:lnTo>
                  <a:pt x="0" y="2503702"/>
                </a:lnTo>
                <a:lnTo>
                  <a:pt x="6526240" y="2503702"/>
                </a:lnTo>
                <a:lnTo>
                  <a:pt x="6526240" y="0"/>
                </a:lnTo>
                <a:close/>
              </a:path>
            </a:pathLst>
          </a:custGeom>
          <a:blipFill>
            <a:blip r:embed="rId6">
              <a:alphaModFix/>
            </a:blip>
            <a:stretch>
              <a:fillRect l="0" t="0" r="0" b="0"/>
            </a:stretch>
          </a:blip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303A5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92123005" name="Google Shape;451;p29"/>
          <p:cNvGrpSpPr/>
          <p:nvPr/>
        </p:nvGrpSpPr>
        <p:grpSpPr bwMode="auto">
          <a:xfrm>
            <a:off x="719626" y="2075021"/>
            <a:ext cx="5097641" cy="7472652"/>
            <a:chOff x="0" y="-19050"/>
            <a:chExt cx="1342589" cy="1968106"/>
          </a:xfrm>
        </p:grpSpPr>
        <p:sp>
          <p:nvSpPr>
            <p:cNvPr id="452" name="Google Shape;452;p29"/>
            <p:cNvSpPr/>
            <p:nvPr/>
          </p:nvSpPr>
          <p:spPr bwMode="auto">
            <a:xfrm>
              <a:off x="0" y="0"/>
              <a:ext cx="1342589" cy="1949056"/>
            </a:xfrm>
            <a:custGeom>
              <a:avLst/>
              <a:gdLst/>
              <a:ahLst/>
              <a:cxnLst/>
              <a:rect l="l" t="t" r="r" b="b"/>
              <a:pathLst>
                <a:path w="1342589" h="1949056" fill="norm" stroke="1" extrusionOk="0">
                  <a:moveTo>
                    <a:pt x="36449" y="0"/>
                  </a:moveTo>
                  <a:lnTo>
                    <a:pt x="1306139" y="0"/>
                  </a:lnTo>
                  <a:cubicBezTo>
                    <a:pt x="1315806" y="0"/>
                    <a:pt x="1325077" y="3840"/>
                    <a:pt x="1331913" y="10676"/>
                  </a:cubicBezTo>
                  <a:cubicBezTo>
                    <a:pt x="1338748" y="17511"/>
                    <a:pt x="1342589" y="26782"/>
                    <a:pt x="1342589" y="36449"/>
                  </a:cubicBezTo>
                  <a:lnTo>
                    <a:pt x="1342589" y="1912607"/>
                  </a:lnTo>
                  <a:cubicBezTo>
                    <a:pt x="1342589" y="1932737"/>
                    <a:pt x="1326270" y="1949056"/>
                    <a:pt x="1306139" y="1949056"/>
                  </a:cubicBezTo>
                  <a:lnTo>
                    <a:pt x="36449" y="1949056"/>
                  </a:lnTo>
                  <a:cubicBezTo>
                    <a:pt x="16319" y="1949056"/>
                    <a:pt x="0" y="1932737"/>
                    <a:pt x="0" y="1912607"/>
                  </a:cubicBezTo>
                  <a:lnTo>
                    <a:pt x="0" y="36449"/>
                  </a:lnTo>
                  <a:cubicBezTo>
                    <a:pt x="0" y="16319"/>
                    <a:pt x="16319" y="0"/>
                    <a:pt x="364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53" name="Google Shape;453;p29"/>
            <p:cNvSpPr txBox="1"/>
            <p:nvPr/>
          </p:nvSpPr>
          <p:spPr bwMode="auto">
            <a:xfrm>
              <a:off x="0" y="-19050"/>
              <a:ext cx="1342589" cy="19681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1388412138" name="Google Shape;454;p29"/>
          <p:cNvGrpSpPr/>
          <p:nvPr/>
        </p:nvGrpSpPr>
        <p:grpSpPr bwMode="auto">
          <a:xfrm>
            <a:off x="6055393" y="2075021"/>
            <a:ext cx="11512980" cy="7472652"/>
            <a:chOff x="0" y="-19050"/>
            <a:chExt cx="3032225" cy="1968106"/>
          </a:xfrm>
        </p:grpSpPr>
        <p:sp>
          <p:nvSpPr>
            <p:cNvPr id="455" name="Google Shape;455;p29"/>
            <p:cNvSpPr/>
            <p:nvPr/>
          </p:nvSpPr>
          <p:spPr bwMode="auto">
            <a:xfrm>
              <a:off x="0" y="0"/>
              <a:ext cx="3032225" cy="1949056"/>
            </a:xfrm>
            <a:custGeom>
              <a:avLst/>
              <a:gdLst/>
              <a:ahLst/>
              <a:cxnLst/>
              <a:rect l="l" t="t" r="r" b="b"/>
              <a:pathLst>
                <a:path w="3032225" h="1949056" fill="norm" stroke="1" extrusionOk="0">
                  <a:moveTo>
                    <a:pt x="16139" y="0"/>
                  </a:moveTo>
                  <a:lnTo>
                    <a:pt x="3016086" y="0"/>
                  </a:lnTo>
                  <a:cubicBezTo>
                    <a:pt x="3020366" y="0"/>
                    <a:pt x="3024471" y="1700"/>
                    <a:pt x="3027498" y="4727"/>
                  </a:cubicBezTo>
                  <a:cubicBezTo>
                    <a:pt x="3030525" y="7754"/>
                    <a:pt x="3032225" y="11859"/>
                    <a:pt x="3032225" y="16139"/>
                  </a:cubicBezTo>
                  <a:lnTo>
                    <a:pt x="3032225" y="1932917"/>
                  </a:lnTo>
                  <a:cubicBezTo>
                    <a:pt x="3032225" y="1937197"/>
                    <a:pt x="3030525" y="1941302"/>
                    <a:pt x="3027498" y="1944329"/>
                  </a:cubicBezTo>
                  <a:cubicBezTo>
                    <a:pt x="3024471" y="1947356"/>
                    <a:pt x="3020366" y="1949056"/>
                    <a:pt x="3016086" y="1949056"/>
                  </a:cubicBezTo>
                  <a:lnTo>
                    <a:pt x="16139" y="1949056"/>
                  </a:lnTo>
                  <a:cubicBezTo>
                    <a:pt x="11859" y="1949056"/>
                    <a:pt x="7754" y="1947356"/>
                    <a:pt x="4727" y="1944329"/>
                  </a:cubicBezTo>
                  <a:cubicBezTo>
                    <a:pt x="1700" y="1941302"/>
                    <a:pt x="0" y="1937197"/>
                    <a:pt x="0" y="1932917"/>
                  </a:cubicBezTo>
                  <a:lnTo>
                    <a:pt x="0" y="16139"/>
                  </a:lnTo>
                  <a:cubicBezTo>
                    <a:pt x="0" y="11859"/>
                    <a:pt x="1700" y="7754"/>
                    <a:pt x="4727" y="4727"/>
                  </a:cubicBezTo>
                  <a:cubicBezTo>
                    <a:pt x="7754" y="1700"/>
                    <a:pt x="11859" y="0"/>
                    <a:pt x="1613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56" name="Google Shape;456;p29"/>
            <p:cNvSpPr txBox="1"/>
            <p:nvPr/>
          </p:nvSpPr>
          <p:spPr bwMode="auto">
            <a:xfrm>
              <a:off x="0" y="-19050"/>
              <a:ext cx="3032225" cy="19681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1614891982" name="Google Shape;457;p29"/>
          <p:cNvGrpSpPr/>
          <p:nvPr/>
        </p:nvGrpSpPr>
        <p:grpSpPr bwMode="auto">
          <a:xfrm>
            <a:off x="1084414" y="2355739"/>
            <a:ext cx="4368067" cy="719567"/>
            <a:chOff x="0" y="-19050"/>
            <a:chExt cx="1150437" cy="189516"/>
          </a:xfrm>
        </p:grpSpPr>
        <p:sp>
          <p:nvSpPr>
            <p:cNvPr id="458" name="Google Shape;458;p29"/>
            <p:cNvSpPr/>
            <p:nvPr/>
          </p:nvSpPr>
          <p:spPr bwMode="auto">
            <a:xfrm>
              <a:off x="0" y="0"/>
              <a:ext cx="1150437" cy="170466"/>
            </a:xfrm>
            <a:custGeom>
              <a:avLst/>
              <a:gdLst/>
              <a:ahLst/>
              <a:cxnLst/>
              <a:rect l="l" t="t" r="r" b="b"/>
              <a:pathLst>
                <a:path w="1150437" h="170466" fill="norm" stroke="1" extrusionOk="0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59" name="Google Shape;459;p29"/>
            <p:cNvSpPr txBox="1"/>
            <p:nvPr/>
          </p:nvSpPr>
          <p:spPr bwMode="auto"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857135704" name="Google Shape;460;p29"/>
          <p:cNvGrpSpPr/>
          <p:nvPr/>
        </p:nvGrpSpPr>
        <p:grpSpPr bwMode="auto">
          <a:xfrm>
            <a:off x="9627850" y="2355739"/>
            <a:ext cx="4368067" cy="719567"/>
            <a:chOff x="0" y="-19050"/>
            <a:chExt cx="1150437" cy="189516"/>
          </a:xfrm>
        </p:grpSpPr>
        <p:sp>
          <p:nvSpPr>
            <p:cNvPr id="461" name="Google Shape;461;p29"/>
            <p:cNvSpPr/>
            <p:nvPr/>
          </p:nvSpPr>
          <p:spPr bwMode="auto">
            <a:xfrm>
              <a:off x="0" y="0"/>
              <a:ext cx="1150437" cy="170466"/>
            </a:xfrm>
            <a:custGeom>
              <a:avLst/>
              <a:gdLst/>
              <a:ahLst/>
              <a:cxnLst/>
              <a:rect l="l" t="t" r="r" b="b"/>
              <a:pathLst>
                <a:path w="1150437" h="170466" fill="norm" stroke="1" extrusionOk="0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62" name="Google Shape;462;p29"/>
            <p:cNvSpPr txBox="1"/>
            <p:nvPr/>
          </p:nvSpPr>
          <p:spPr bwMode="auto"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16599455" name="Google Shape;463;p29"/>
          <p:cNvGrpSpPr/>
          <p:nvPr/>
        </p:nvGrpSpPr>
        <p:grpSpPr bwMode="auto">
          <a:xfrm>
            <a:off x="1084414" y="6990138"/>
            <a:ext cx="4368067" cy="719567"/>
            <a:chOff x="0" y="-19050"/>
            <a:chExt cx="1150437" cy="189516"/>
          </a:xfrm>
        </p:grpSpPr>
        <p:sp>
          <p:nvSpPr>
            <p:cNvPr id="464" name="Google Shape;464;p29"/>
            <p:cNvSpPr/>
            <p:nvPr/>
          </p:nvSpPr>
          <p:spPr bwMode="auto">
            <a:xfrm>
              <a:off x="0" y="0"/>
              <a:ext cx="1150437" cy="170466"/>
            </a:xfrm>
            <a:custGeom>
              <a:avLst/>
              <a:gdLst/>
              <a:ahLst/>
              <a:cxnLst/>
              <a:rect l="l" t="t" r="r" b="b"/>
              <a:pathLst>
                <a:path w="1150437" h="170466" fill="norm" stroke="1" extrusionOk="0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65" name="Google Shape;465;p29"/>
            <p:cNvSpPr txBox="1"/>
            <p:nvPr/>
          </p:nvSpPr>
          <p:spPr bwMode="auto">
            <a:xfrm>
              <a:off x="0" y="-19050"/>
              <a:ext cx="1150437" cy="1895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1638300875" name="Google Shape;466;p29"/>
          <p:cNvGrpSpPr/>
          <p:nvPr/>
        </p:nvGrpSpPr>
        <p:grpSpPr bwMode="auto">
          <a:xfrm>
            <a:off x="1227366" y="8075671"/>
            <a:ext cx="641458" cy="656492"/>
            <a:chOff x="0" y="-19050"/>
            <a:chExt cx="812800" cy="831850"/>
          </a:xfrm>
        </p:grpSpPr>
        <p:sp>
          <p:nvSpPr>
            <p:cNvPr id="467" name="Google Shape;467;p29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303A53"/>
            </a:solidFill>
            <a:ln w="28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68" name="Google Shape;468;p29"/>
            <p:cNvSpPr txBox="1"/>
            <p:nvPr/>
          </p:nvSpPr>
          <p:spPr bwMode="auto"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83791740" name="Google Shape;469;p29"/>
          <p:cNvGrpSpPr/>
          <p:nvPr/>
        </p:nvGrpSpPr>
        <p:grpSpPr bwMode="auto">
          <a:xfrm>
            <a:off x="2067489" y="8094721"/>
            <a:ext cx="641458" cy="656492"/>
            <a:chOff x="0" y="-19050"/>
            <a:chExt cx="812800" cy="831850"/>
          </a:xfrm>
        </p:grpSpPr>
        <p:sp>
          <p:nvSpPr>
            <p:cNvPr id="470" name="Google Shape;470;p29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DE49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71" name="Google Shape;471;p29"/>
            <p:cNvSpPr txBox="1"/>
            <p:nvPr/>
          </p:nvSpPr>
          <p:spPr bwMode="auto"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274791306" name="Google Shape;472;p29"/>
          <p:cNvGrpSpPr/>
          <p:nvPr/>
        </p:nvGrpSpPr>
        <p:grpSpPr bwMode="auto">
          <a:xfrm>
            <a:off x="2984169" y="8094721"/>
            <a:ext cx="641458" cy="656492"/>
            <a:chOff x="0" y="-19050"/>
            <a:chExt cx="812800" cy="831850"/>
          </a:xfrm>
        </p:grpSpPr>
        <p:sp>
          <p:nvSpPr>
            <p:cNvPr id="473" name="Google Shape;473;p29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8324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74" name="Google Shape;474;p29"/>
            <p:cNvSpPr txBox="1"/>
            <p:nvPr/>
          </p:nvSpPr>
          <p:spPr bwMode="auto"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1744542831" name="Google Shape;475;p29"/>
          <p:cNvGrpSpPr/>
          <p:nvPr/>
        </p:nvGrpSpPr>
        <p:grpSpPr bwMode="auto">
          <a:xfrm>
            <a:off x="3824292" y="8094721"/>
            <a:ext cx="641458" cy="656492"/>
            <a:chOff x="0" y="-19050"/>
            <a:chExt cx="812800" cy="831850"/>
          </a:xfrm>
        </p:grpSpPr>
        <p:sp>
          <p:nvSpPr>
            <p:cNvPr id="476" name="Google Shape;476;p29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7095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77" name="Google Shape;477;p29"/>
            <p:cNvSpPr txBox="1"/>
            <p:nvPr/>
          </p:nvSpPr>
          <p:spPr bwMode="auto"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727832752" name="Google Shape;478;p29"/>
          <p:cNvGrpSpPr/>
          <p:nvPr/>
        </p:nvGrpSpPr>
        <p:grpSpPr bwMode="auto">
          <a:xfrm>
            <a:off x="4664415" y="8075671"/>
            <a:ext cx="641458" cy="656492"/>
            <a:chOff x="0" y="-19050"/>
            <a:chExt cx="812800" cy="831850"/>
          </a:xfrm>
        </p:grpSpPr>
        <p:sp>
          <p:nvSpPr>
            <p:cNvPr id="479" name="Google Shape;479;p29"/>
            <p:cNvSpPr/>
            <p:nvPr/>
          </p:nvSpPr>
          <p:spPr bwMode="auto"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CDEB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80" name="Google Shape;480;p29"/>
            <p:cNvSpPr txBox="1"/>
            <p:nvPr/>
          </p:nvSpPr>
          <p:spPr bwMode="auto">
            <a:xfrm>
              <a:off x="0" y="-19050"/>
              <a:ext cx="812800" cy="831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36944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452374560" name="Google Shape;481;p29"/>
          <p:cNvSpPr/>
          <p:nvPr/>
        </p:nvSpPr>
        <p:spPr bwMode="auto">
          <a:xfrm>
            <a:off x="11348194" y="5522883"/>
            <a:ext cx="2092509" cy="1533239"/>
          </a:xfrm>
          <a:custGeom>
            <a:avLst/>
            <a:gdLst/>
            <a:ahLst/>
            <a:cxnLst/>
            <a:rect l="l" t="t" r="r" b="b"/>
            <a:pathLst>
              <a:path w="2092509" h="1533239" fill="norm" stroke="1" extrusionOk="0">
                <a:moveTo>
                  <a:pt x="0" y="0"/>
                </a:moveTo>
                <a:lnTo>
                  <a:pt x="2092510" y="0"/>
                </a:lnTo>
                <a:lnTo>
                  <a:pt x="2092510" y="1533239"/>
                </a:lnTo>
                <a:lnTo>
                  <a:pt x="0" y="15332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039709653" name="Google Shape;482;p29"/>
          <p:cNvSpPr/>
          <p:nvPr/>
        </p:nvSpPr>
        <p:spPr bwMode="auto">
          <a:xfrm>
            <a:off x="8467221" y="5667125"/>
            <a:ext cx="1653660" cy="1244755"/>
          </a:xfrm>
          <a:custGeom>
            <a:avLst/>
            <a:gdLst/>
            <a:ahLst/>
            <a:cxnLst/>
            <a:rect l="l" t="t" r="r" b="b"/>
            <a:pathLst>
              <a:path w="1653660" h="1244755" fill="norm" stroke="1" extrusionOk="0">
                <a:moveTo>
                  <a:pt x="0" y="0"/>
                </a:moveTo>
                <a:lnTo>
                  <a:pt x="1653660" y="0"/>
                </a:lnTo>
                <a:lnTo>
                  <a:pt x="1653660" y="1244755"/>
                </a:lnTo>
                <a:lnTo>
                  <a:pt x="0" y="12447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941405647" name="Google Shape;483;p29"/>
          <p:cNvSpPr/>
          <p:nvPr/>
        </p:nvSpPr>
        <p:spPr bwMode="auto">
          <a:xfrm>
            <a:off x="12110343" y="3608693"/>
            <a:ext cx="974559" cy="1399498"/>
          </a:xfrm>
          <a:custGeom>
            <a:avLst/>
            <a:gdLst/>
            <a:ahLst/>
            <a:cxnLst/>
            <a:rect l="l" t="t" r="r" b="b"/>
            <a:pathLst>
              <a:path w="974559" h="1399498" fill="norm" stroke="1" extrusionOk="0">
                <a:moveTo>
                  <a:pt x="0" y="0"/>
                </a:moveTo>
                <a:lnTo>
                  <a:pt x="974559" y="0"/>
                </a:lnTo>
                <a:lnTo>
                  <a:pt x="974559" y="1399498"/>
                </a:lnTo>
                <a:lnTo>
                  <a:pt x="0" y="13994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199985303" name="Google Shape;484;p29"/>
          <p:cNvSpPr/>
          <p:nvPr/>
        </p:nvSpPr>
        <p:spPr bwMode="auto">
          <a:xfrm>
            <a:off x="13196634" y="3959790"/>
            <a:ext cx="2637074" cy="1011677"/>
          </a:xfrm>
          <a:custGeom>
            <a:avLst/>
            <a:gdLst/>
            <a:ahLst/>
            <a:cxnLst/>
            <a:rect l="l" t="t" r="r" b="b"/>
            <a:pathLst>
              <a:path w="2637074" h="1011677" fill="norm" stroke="1" extrusionOk="0">
                <a:moveTo>
                  <a:pt x="0" y="0"/>
                </a:moveTo>
                <a:lnTo>
                  <a:pt x="2637074" y="0"/>
                </a:lnTo>
                <a:lnTo>
                  <a:pt x="2637074" y="1011678"/>
                </a:lnTo>
                <a:lnTo>
                  <a:pt x="0" y="10116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302815370" name="Google Shape;485;p29"/>
          <p:cNvSpPr/>
          <p:nvPr/>
        </p:nvSpPr>
        <p:spPr bwMode="auto">
          <a:xfrm>
            <a:off x="6552533" y="5779644"/>
            <a:ext cx="1838834" cy="1019717"/>
          </a:xfrm>
          <a:custGeom>
            <a:avLst/>
            <a:gdLst/>
            <a:ahLst/>
            <a:cxnLst/>
            <a:rect l="l" t="t" r="r" b="b"/>
            <a:pathLst>
              <a:path w="1838834" h="1019717" fill="norm" stroke="1" extrusionOk="0">
                <a:moveTo>
                  <a:pt x="0" y="0"/>
                </a:moveTo>
                <a:lnTo>
                  <a:pt x="1838834" y="0"/>
                </a:lnTo>
                <a:lnTo>
                  <a:pt x="1838834" y="1019717"/>
                </a:lnTo>
                <a:lnTo>
                  <a:pt x="0" y="10197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156946010" name="Google Shape;486;p29"/>
          <p:cNvSpPr/>
          <p:nvPr/>
        </p:nvSpPr>
        <p:spPr bwMode="auto">
          <a:xfrm>
            <a:off x="9492607" y="3824550"/>
            <a:ext cx="2214845" cy="1119504"/>
          </a:xfrm>
          <a:custGeom>
            <a:avLst/>
            <a:gdLst/>
            <a:ahLst/>
            <a:cxnLst/>
            <a:rect l="l" t="t" r="r" b="b"/>
            <a:pathLst>
              <a:path w="2214845" h="1119504" fill="norm" stroke="1" extrusionOk="0">
                <a:moveTo>
                  <a:pt x="0" y="0"/>
                </a:moveTo>
                <a:lnTo>
                  <a:pt x="2214846" y="0"/>
                </a:lnTo>
                <a:lnTo>
                  <a:pt x="2214846" y="1119503"/>
                </a:lnTo>
                <a:lnTo>
                  <a:pt x="0" y="11195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403007603" name="Google Shape;487;p29"/>
          <p:cNvSpPr/>
          <p:nvPr/>
        </p:nvSpPr>
        <p:spPr bwMode="auto">
          <a:xfrm>
            <a:off x="6931693" y="7916214"/>
            <a:ext cx="2869541" cy="594777"/>
          </a:xfrm>
          <a:custGeom>
            <a:avLst/>
            <a:gdLst/>
            <a:ahLst/>
            <a:cxnLst/>
            <a:rect l="l" t="t" r="r" b="b"/>
            <a:pathLst>
              <a:path w="2869541" h="594777" fill="norm" stroke="1" extrusionOk="0">
                <a:moveTo>
                  <a:pt x="0" y="0"/>
                </a:moveTo>
                <a:lnTo>
                  <a:pt x="2869541" y="0"/>
                </a:lnTo>
                <a:lnTo>
                  <a:pt x="2869541" y="594778"/>
                </a:lnTo>
                <a:lnTo>
                  <a:pt x="0" y="5947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710550661" name="Google Shape;488;p29"/>
          <p:cNvSpPr/>
          <p:nvPr/>
        </p:nvSpPr>
        <p:spPr bwMode="auto">
          <a:xfrm flipH="1">
            <a:off x="10196736" y="5583557"/>
            <a:ext cx="1075604" cy="1411891"/>
          </a:xfrm>
          <a:custGeom>
            <a:avLst/>
            <a:gdLst/>
            <a:ahLst/>
            <a:cxnLst/>
            <a:rect l="l" t="t" r="r" b="b"/>
            <a:pathLst>
              <a:path w="1075604" h="1411891" fill="norm" stroke="1" extrusionOk="0">
                <a:moveTo>
                  <a:pt x="1075604" y="0"/>
                </a:moveTo>
                <a:lnTo>
                  <a:pt x="0" y="0"/>
                </a:lnTo>
                <a:lnTo>
                  <a:pt x="0" y="1411891"/>
                </a:lnTo>
                <a:lnTo>
                  <a:pt x="1075604" y="1411891"/>
                </a:lnTo>
                <a:lnTo>
                  <a:pt x="1075604" y="0"/>
                </a:lnTo>
                <a:close/>
              </a:path>
            </a:pathLst>
          </a:custGeom>
          <a:blipFill>
            <a:blip r:embed="rId10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902116756" name="Google Shape;489;p29"/>
          <p:cNvSpPr/>
          <p:nvPr/>
        </p:nvSpPr>
        <p:spPr bwMode="auto">
          <a:xfrm flipH="1">
            <a:off x="15487387" y="5431699"/>
            <a:ext cx="1263311" cy="1715607"/>
          </a:xfrm>
          <a:custGeom>
            <a:avLst/>
            <a:gdLst/>
            <a:ahLst/>
            <a:cxnLst/>
            <a:rect l="l" t="t" r="r" b="b"/>
            <a:pathLst>
              <a:path w="1263311" h="1715607" fill="norm" stroke="1" extrusionOk="0">
                <a:moveTo>
                  <a:pt x="1263311" y="0"/>
                </a:moveTo>
                <a:lnTo>
                  <a:pt x="0" y="0"/>
                </a:lnTo>
                <a:lnTo>
                  <a:pt x="0" y="1715607"/>
                </a:lnTo>
                <a:lnTo>
                  <a:pt x="1263311" y="1715607"/>
                </a:lnTo>
                <a:lnTo>
                  <a:pt x="1263311" y="0"/>
                </a:lnTo>
                <a:close/>
              </a:path>
            </a:pathLst>
          </a:custGeom>
          <a:blipFill>
            <a:blip r:embed="rId11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265133124" name="Google Shape;490;p29"/>
          <p:cNvSpPr/>
          <p:nvPr/>
        </p:nvSpPr>
        <p:spPr bwMode="auto">
          <a:xfrm>
            <a:off x="14728041" y="7641136"/>
            <a:ext cx="1084565" cy="1144934"/>
          </a:xfrm>
          <a:custGeom>
            <a:avLst/>
            <a:gdLst/>
            <a:ahLst/>
            <a:cxnLst/>
            <a:rect l="l" t="t" r="r" b="b"/>
            <a:pathLst>
              <a:path w="1084565" h="1144934" fill="norm" stroke="1" extrusionOk="0">
                <a:moveTo>
                  <a:pt x="0" y="0"/>
                </a:moveTo>
                <a:lnTo>
                  <a:pt x="1084566" y="0"/>
                </a:lnTo>
                <a:lnTo>
                  <a:pt x="1084566" y="1144934"/>
                </a:lnTo>
                <a:lnTo>
                  <a:pt x="0" y="114493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56219753" name="Google Shape;491;p29"/>
          <p:cNvSpPr/>
          <p:nvPr/>
        </p:nvSpPr>
        <p:spPr bwMode="auto">
          <a:xfrm>
            <a:off x="11769483" y="7715420"/>
            <a:ext cx="1007355" cy="996366"/>
          </a:xfrm>
          <a:custGeom>
            <a:avLst/>
            <a:gdLst/>
            <a:ahLst/>
            <a:cxnLst/>
            <a:rect l="l" t="t" r="r" b="b"/>
            <a:pathLst>
              <a:path w="1007355" h="996366" fill="norm" stroke="1" extrusionOk="0">
                <a:moveTo>
                  <a:pt x="0" y="0"/>
                </a:moveTo>
                <a:lnTo>
                  <a:pt x="1007356" y="0"/>
                </a:lnTo>
                <a:lnTo>
                  <a:pt x="1007356" y="996366"/>
                </a:lnTo>
                <a:lnTo>
                  <a:pt x="0" y="99636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955588022" name="Google Shape;492;p29"/>
          <p:cNvSpPr/>
          <p:nvPr/>
        </p:nvSpPr>
        <p:spPr bwMode="auto">
          <a:xfrm>
            <a:off x="13316616" y="7662563"/>
            <a:ext cx="871646" cy="1102081"/>
          </a:xfrm>
          <a:custGeom>
            <a:avLst/>
            <a:gdLst/>
            <a:ahLst/>
            <a:cxnLst/>
            <a:rect l="l" t="t" r="r" b="b"/>
            <a:pathLst>
              <a:path w="871646" h="1102081" fill="norm" stroke="1" extrusionOk="0">
                <a:moveTo>
                  <a:pt x="0" y="0"/>
                </a:moveTo>
                <a:lnTo>
                  <a:pt x="871646" y="0"/>
                </a:lnTo>
                <a:lnTo>
                  <a:pt x="871646" y="1102081"/>
                </a:lnTo>
                <a:lnTo>
                  <a:pt x="0" y="110208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2048560041" name="Google Shape;493;p29"/>
          <p:cNvSpPr/>
          <p:nvPr/>
        </p:nvSpPr>
        <p:spPr bwMode="auto">
          <a:xfrm>
            <a:off x="10082962" y="7598877"/>
            <a:ext cx="1146743" cy="1229452"/>
          </a:xfrm>
          <a:custGeom>
            <a:avLst/>
            <a:gdLst/>
            <a:ahLst/>
            <a:cxnLst/>
            <a:rect l="l" t="t" r="r" b="b"/>
            <a:pathLst>
              <a:path w="1146743" h="1229452" fill="norm" stroke="1" extrusionOk="0">
                <a:moveTo>
                  <a:pt x="0" y="0"/>
                </a:moveTo>
                <a:lnTo>
                  <a:pt x="1146743" y="0"/>
                </a:lnTo>
                <a:lnTo>
                  <a:pt x="1146743" y="1229452"/>
                </a:lnTo>
                <a:lnTo>
                  <a:pt x="0" y="122945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207994707" name="Google Shape;494;p29"/>
          <p:cNvSpPr/>
          <p:nvPr/>
        </p:nvSpPr>
        <p:spPr bwMode="auto">
          <a:xfrm flipH="1">
            <a:off x="13516558" y="5500504"/>
            <a:ext cx="1894973" cy="1577997"/>
          </a:xfrm>
          <a:custGeom>
            <a:avLst/>
            <a:gdLst/>
            <a:ahLst/>
            <a:cxnLst/>
            <a:rect l="l" t="t" r="r" b="b"/>
            <a:pathLst>
              <a:path w="1894974" h="1577997" fill="norm" stroke="1" extrusionOk="0">
                <a:moveTo>
                  <a:pt x="1894975" y="0"/>
                </a:moveTo>
                <a:lnTo>
                  <a:pt x="0" y="0"/>
                </a:lnTo>
                <a:lnTo>
                  <a:pt x="0" y="1577997"/>
                </a:lnTo>
                <a:lnTo>
                  <a:pt x="1894975" y="1577997"/>
                </a:lnTo>
                <a:lnTo>
                  <a:pt x="1894975" y="0"/>
                </a:lnTo>
                <a:close/>
              </a:path>
            </a:pathLst>
          </a:custGeom>
          <a:blipFill>
            <a:blip r:embed="rId16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grpSp>
        <p:nvGrpSpPr>
          <p:cNvPr id="1034363508" name="Google Shape;495;p29"/>
          <p:cNvGrpSpPr/>
          <p:nvPr/>
        </p:nvGrpSpPr>
        <p:grpSpPr bwMode="auto">
          <a:xfrm>
            <a:off x="6873604" y="3637990"/>
            <a:ext cx="2218954" cy="1333477"/>
            <a:chOff x="0" y="-38100"/>
            <a:chExt cx="584416" cy="351204"/>
          </a:xfrm>
        </p:grpSpPr>
        <p:sp>
          <p:nvSpPr>
            <p:cNvPr id="496" name="Google Shape;496;p29"/>
            <p:cNvSpPr/>
            <p:nvPr/>
          </p:nvSpPr>
          <p:spPr bwMode="auto">
            <a:xfrm>
              <a:off x="0" y="0"/>
              <a:ext cx="584416" cy="313104"/>
            </a:xfrm>
            <a:custGeom>
              <a:avLst/>
              <a:gdLst/>
              <a:ahLst/>
              <a:cxnLst/>
              <a:rect l="l" t="t" r="r" b="b"/>
              <a:pathLst>
                <a:path w="584416" h="313104" fill="norm" stroke="1" extrusionOk="0">
                  <a:moveTo>
                    <a:pt x="0" y="0"/>
                  </a:moveTo>
                  <a:lnTo>
                    <a:pt x="584416" y="0"/>
                  </a:lnTo>
                  <a:lnTo>
                    <a:pt x="584416" y="313104"/>
                  </a:lnTo>
                  <a:lnTo>
                    <a:pt x="0" y="313104"/>
                  </a:lnTo>
                  <a:close/>
                </a:path>
              </a:pathLst>
            </a:custGeom>
            <a:solidFill>
              <a:srgbClr val="303A53"/>
            </a:solidFill>
            <a:ln>
              <a:noFill/>
            </a:ln>
          </p:spPr>
        </p:sp>
        <p:sp>
          <p:nvSpPr>
            <p:cNvPr id="497" name="Google Shape;497;p29"/>
            <p:cNvSpPr txBox="1"/>
            <p:nvPr/>
          </p:nvSpPr>
          <p:spPr bwMode="auto">
            <a:xfrm>
              <a:off x="0" y="-38100"/>
              <a:ext cx="584416" cy="3512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20089725" name="Google Shape;498;p29"/>
          <p:cNvSpPr/>
          <p:nvPr/>
        </p:nvSpPr>
        <p:spPr bwMode="auto">
          <a:xfrm>
            <a:off x="6873604" y="3720785"/>
            <a:ext cx="2218954" cy="1250683"/>
          </a:xfrm>
          <a:custGeom>
            <a:avLst/>
            <a:gdLst/>
            <a:ahLst/>
            <a:cxnLst/>
            <a:rect l="l" t="t" r="r" b="b"/>
            <a:pathLst>
              <a:path w="2218954" h="1250683" fill="norm" stroke="1" extrusionOk="0">
                <a:moveTo>
                  <a:pt x="0" y="0"/>
                </a:moveTo>
                <a:lnTo>
                  <a:pt x="2218953" y="0"/>
                </a:lnTo>
                <a:lnTo>
                  <a:pt x="2218953" y="1250683"/>
                </a:lnTo>
                <a:lnTo>
                  <a:pt x="0" y="125068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727400703" name="Google Shape;499;p29"/>
          <p:cNvSpPr txBox="1"/>
          <p:nvPr/>
        </p:nvSpPr>
        <p:spPr bwMode="auto">
          <a:xfrm>
            <a:off x="1177805" y="3323100"/>
            <a:ext cx="4181285" cy="503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presentation template</a:t>
            </a:r>
            <a:endParaRPr/>
          </a:p>
          <a:p>
            <a:pPr marL="0" marR="0" lvl="0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uses the following free fonts:</a:t>
            </a:r>
            <a:endParaRPr/>
          </a:p>
        </p:txBody>
      </p:sp>
      <p:sp>
        <p:nvSpPr>
          <p:cNvPr id="867893390" name="Google Shape;500;p29"/>
          <p:cNvSpPr txBox="1"/>
          <p:nvPr/>
        </p:nvSpPr>
        <p:spPr bwMode="auto">
          <a:xfrm>
            <a:off x="1120864" y="6412736"/>
            <a:ext cx="4368067" cy="24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can find these fonts online too.</a:t>
            </a:r>
            <a:endParaRPr/>
          </a:p>
        </p:txBody>
      </p:sp>
      <p:sp>
        <p:nvSpPr>
          <p:cNvPr id="1000058732" name="Google Shape;501;p29"/>
          <p:cNvSpPr txBox="1"/>
          <p:nvPr/>
        </p:nvSpPr>
        <p:spPr bwMode="auto">
          <a:xfrm>
            <a:off x="1693180" y="4071488"/>
            <a:ext cx="3150600" cy="23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TITLES:</a:t>
            </a:r>
            <a:endParaRPr/>
          </a:p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PACIFICO</a:t>
            </a:r>
            <a:endParaRPr/>
          </a:p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marR="0" lvl="0" indent="0" algn="ctr" rtl="0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HEADERS:</a:t>
            </a:r>
            <a:endParaRPr/>
          </a:p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CABIN</a:t>
            </a:r>
            <a:endParaRPr/>
          </a:p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1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marR="0" lvl="0" indent="0" algn="ctr" rtl="0">
              <a:lnSpc>
                <a:spcPct val="103006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BODY COPY:</a:t>
            </a:r>
            <a:endParaRPr/>
          </a:p>
          <a:p>
            <a:pPr marL="0" marR="0" lvl="0" indent="0" algn="ctr" rtl="0">
              <a:lnSpc>
                <a:spcPct val="102985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CABIN</a:t>
            </a:r>
            <a:endParaRPr/>
          </a:p>
        </p:txBody>
      </p:sp>
      <p:sp>
        <p:nvSpPr>
          <p:cNvPr id="284850279" name="Google Shape;502;p29"/>
          <p:cNvSpPr txBox="1"/>
          <p:nvPr/>
        </p:nvSpPr>
        <p:spPr bwMode="auto">
          <a:xfrm>
            <a:off x="1028700" y="8847379"/>
            <a:ext cx="1038789" cy="142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2986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#303A53</a:t>
            </a:r>
            <a:endParaRPr/>
          </a:p>
        </p:txBody>
      </p:sp>
      <p:sp>
        <p:nvSpPr>
          <p:cNvPr id="1811157583" name="Google Shape;503;p29"/>
          <p:cNvSpPr txBox="1"/>
          <p:nvPr/>
        </p:nvSpPr>
        <p:spPr bwMode="auto">
          <a:xfrm>
            <a:off x="4210005" y="1446041"/>
            <a:ext cx="9867990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201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these design resources in your Canva Presentation.</a:t>
            </a:r>
            <a:endParaRPr/>
          </a:p>
        </p:txBody>
      </p:sp>
      <p:sp>
        <p:nvSpPr>
          <p:cNvPr id="465518500" name="Google Shape;504;p29"/>
          <p:cNvSpPr txBox="1"/>
          <p:nvPr/>
        </p:nvSpPr>
        <p:spPr bwMode="auto">
          <a:xfrm>
            <a:off x="11651615" y="9777291"/>
            <a:ext cx="5916757" cy="167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r" rtl="0">
              <a:lnSpc>
                <a:spcPct val="12201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DON'T FORGET TO DELETE THIS PAGE BEFORE PRESENTING. </a:t>
            </a:r>
            <a:endParaRPr/>
          </a:p>
        </p:txBody>
      </p:sp>
      <p:sp>
        <p:nvSpPr>
          <p:cNvPr id="1949444564" name="Google Shape;505;p29"/>
          <p:cNvSpPr txBox="1"/>
          <p:nvPr/>
        </p:nvSpPr>
        <p:spPr bwMode="auto">
          <a:xfrm>
            <a:off x="5469973" y="543899"/>
            <a:ext cx="7348055" cy="773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5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RESOURCE PAGE</a:t>
            </a:r>
            <a:endParaRPr/>
          </a:p>
        </p:txBody>
      </p:sp>
      <p:sp>
        <p:nvSpPr>
          <p:cNvPr id="325885758" name="Google Shape;506;p29"/>
          <p:cNvSpPr txBox="1"/>
          <p:nvPr/>
        </p:nvSpPr>
        <p:spPr bwMode="auto">
          <a:xfrm>
            <a:off x="1693180" y="2554837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Fonts</a:t>
            </a:r>
            <a:endParaRPr/>
          </a:p>
        </p:txBody>
      </p:sp>
      <p:sp>
        <p:nvSpPr>
          <p:cNvPr id="1343003290" name="Google Shape;507;p29"/>
          <p:cNvSpPr txBox="1"/>
          <p:nvPr/>
        </p:nvSpPr>
        <p:spPr bwMode="auto">
          <a:xfrm>
            <a:off x="10236615" y="2554837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Elements</a:t>
            </a:r>
            <a:endParaRPr/>
          </a:p>
        </p:txBody>
      </p:sp>
      <p:sp>
        <p:nvSpPr>
          <p:cNvPr id="1775893444" name="Google Shape;508;p29"/>
          <p:cNvSpPr txBox="1"/>
          <p:nvPr/>
        </p:nvSpPr>
        <p:spPr bwMode="auto">
          <a:xfrm>
            <a:off x="1693180" y="7157977"/>
            <a:ext cx="3150536" cy="384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2008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Colors</a:t>
            </a:r>
            <a:endParaRPr/>
          </a:p>
        </p:txBody>
      </p:sp>
      <p:sp>
        <p:nvSpPr>
          <p:cNvPr id="1064754597" name="Google Shape;509;p29"/>
          <p:cNvSpPr txBox="1"/>
          <p:nvPr/>
        </p:nvSpPr>
        <p:spPr bwMode="auto">
          <a:xfrm>
            <a:off x="1868823" y="8866429"/>
            <a:ext cx="1038789" cy="142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2986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#DE494E</a:t>
            </a:r>
            <a:endParaRPr/>
          </a:p>
        </p:txBody>
      </p:sp>
      <p:sp>
        <p:nvSpPr>
          <p:cNvPr id="2057729329" name="Google Shape;510;p29"/>
          <p:cNvSpPr txBox="1"/>
          <p:nvPr/>
        </p:nvSpPr>
        <p:spPr bwMode="auto">
          <a:xfrm>
            <a:off x="2785503" y="8866429"/>
            <a:ext cx="1038789" cy="142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2986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#832427</a:t>
            </a:r>
            <a:endParaRPr/>
          </a:p>
        </p:txBody>
      </p:sp>
      <p:sp>
        <p:nvSpPr>
          <p:cNvPr id="98612400" name="Google Shape;511;p29"/>
          <p:cNvSpPr txBox="1"/>
          <p:nvPr/>
        </p:nvSpPr>
        <p:spPr bwMode="auto">
          <a:xfrm>
            <a:off x="3625626" y="8866429"/>
            <a:ext cx="1038789" cy="142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2986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#7095C3</a:t>
            </a:r>
            <a:endParaRPr/>
          </a:p>
        </p:txBody>
      </p:sp>
      <p:sp>
        <p:nvSpPr>
          <p:cNvPr id="852550857" name="Google Shape;512;p29"/>
          <p:cNvSpPr txBox="1"/>
          <p:nvPr/>
        </p:nvSpPr>
        <p:spPr bwMode="auto">
          <a:xfrm>
            <a:off x="4465749" y="8847379"/>
            <a:ext cx="1038789" cy="142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2986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#CDEBF9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303A5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824890" name="Google Shape;517;p30"/>
          <p:cNvSpPr/>
          <p:nvPr/>
        </p:nvSpPr>
        <p:spPr bwMode="auto">
          <a:xfrm>
            <a:off x="0" y="7908346"/>
            <a:ext cx="9411941" cy="4757309"/>
          </a:xfrm>
          <a:custGeom>
            <a:avLst/>
            <a:gdLst/>
            <a:ahLst/>
            <a:cxnLst/>
            <a:rect l="l" t="t" r="r" b="b"/>
            <a:pathLst>
              <a:path w="9411941" h="4757309" fill="norm" stroke="1" extrusionOk="0">
                <a:moveTo>
                  <a:pt x="0" y="0"/>
                </a:moveTo>
                <a:lnTo>
                  <a:pt x="9411941" y="0"/>
                </a:lnTo>
                <a:lnTo>
                  <a:pt x="9411941" y="4757308"/>
                </a:lnTo>
                <a:lnTo>
                  <a:pt x="0" y="47573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965765632" name="Google Shape;518;p30"/>
          <p:cNvSpPr/>
          <p:nvPr/>
        </p:nvSpPr>
        <p:spPr bwMode="auto">
          <a:xfrm flipH="1">
            <a:off x="9144000" y="7908346"/>
            <a:ext cx="9411941" cy="4757309"/>
          </a:xfrm>
          <a:custGeom>
            <a:avLst/>
            <a:gdLst/>
            <a:ahLst/>
            <a:cxnLst/>
            <a:rect l="l" t="t" r="r" b="b"/>
            <a:pathLst>
              <a:path w="9411941" h="4757309" fill="norm" stroke="1" extrusionOk="0">
                <a:moveTo>
                  <a:pt x="9411941" y="0"/>
                </a:moveTo>
                <a:lnTo>
                  <a:pt x="0" y="0"/>
                </a:lnTo>
                <a:lnTo>
                  <a:pt x="0" y="4757308"/>
                </a:lnTo>
                <a:lnTo>
                  <a:pt x="9411941" y="4757308"/>
                </a:lnTo>
                <a:lnTo>
                  <a:pt x="9411941" y="0"/>
                </a:lnTo>
                <a:close/>
              </a:path>
            </a:pathLst>
          </a:custGeom>
          <a:blipFill>
            <a:blip r:embed="rId3">
              <a:alphaModFix/>
            </a:blip>
            <a:stretch>
              <a:fillRect l="0" t="0" r="0" b="0"/>
            </a:stretch>
          </a:blipFill>
          <a:ln>
            <a:noFill/>
          </a:ln>
        </p:spPr>
      </p:sp>
      <p:sp>
        <p:nvSpPr>
          <p:cNvPr id="1584400642" name="Google Shape;519;p30"/>
          <p:cNvSpPr txBox="1"/>
          <p:nvPr/>
        </p:nvSpPr>
        <p:spPr bwMode="auto">
          <a:xfrm>
            <a:off x="5469973" y="1123950"/>
            <a:ext cx="7348055" cy="773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57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CREDITS</a:t>
            </a:r>
            <a:endParaRPr/>
          </a:p>
        </p:txBody>
      </p:sp>
      <p:sp>
        <p:nvSpPr>
          <p:cNvPr id="1788801524" name="Google Shape;520;p30"/>
          <p:cNvSpPr txBox="1"/>
          <p:nvPr/>
        </p:nvSpPr>
        <p:spPr bwMode="auto">
          <a:xfrm>
            <a:off x="3377480" y="2026092"/>
            <a:ext cx="11533039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201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presentation template is free for everyone to use thanks to the following:</a:t>
            </a:r>
            <a:endParaRPr/>
          </a:p>
        </p:txBody>
      </p:sp>
      <p:sp>
        <p:nvSpPr>
          <p:cNvPr id="1674882" name="Google Shape;521;p30"/>
          <p:cNvSpPr txBox="1"/>
          <p:nvPr/>
        </p:nvSpPr>
        <p:spPr bwMode="auto">
          <a:xfrm>
            <a:off x="7108732" y="7185217"/>
            <a:ext cx="4070535" cy="4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2007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b="1" i="1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Happy designing!</a:t>
            </a:r>
            <a:endParaRPr/>
          </a:p>
        </p:txBody>
      </p:sp>
      <p:sp>
        <p:nvSpPr>
          <p:cNvPr id="1681880217" name="Google Shape;522;p30"/>
          <p:cNvSpPr txBox="1"/>
          <p:nvPr/>
        </p:nvSpPr>
        <p:spPr bwMode="auto">
          <a:xfrm>
            <a:off x="4210005" y="4540681"/>
            <a:ext cx="9867990" cy="309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the presentation template</a:t>
            </a:r>
            <a:endParaRPr/>
          </a:p>
        </p:txBody>
      </p:sp>
      <p:sp>
        <p:nvSpPr>
          <p:cNvPr id="2055883650" name="Google Shape;523;p30"/>
          <p:cNvSpPr txBox="1"/>
          <p:nvPr/>
        </p:nvSpPr>
        <p:spPr bwMode="auto">
          <a:xfrm>
            <a:off x="4210005" y="6275897"/>
            <a:ext cx="9867990" cy="309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the photos</a:t>
            </a:r>
            <a:endParaRPr/>
          </a:p>
        </p:txBody>
      </p:sp>
      <p:sp>
        <p:nvSpPr>
          <p:cNvPr id="195009325" name="Google Shape;524;p30"/>
          <p:cNvSpPr txBox="1"/>
          <p:nvPr/>
        </p:nvSpPr>
        <p:spPr bwMode="auto">
          <a:xfrm>
            <a:off x="6110027" y="5543429"/>
            <a:ext cx="6067945" cy="618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Pexels, Pixabay</a:t>
            </a:r>
            <a:endParaRPr/>
          </a:p>
        </p:txBody>
      </p:sp>
      <p:sp>
        <p:nvSpPr>
          <p:cNvPr id="2124340504" name="Google Shape;525;p30"/>
          <p:cNvSpPr/>
          <p:nvPr/>
        </p:nvSpPr>
        <p:spPr bwMode="auto">
          <a:xfrm>
            <a:off x="6731779" y="3134008"/>
            <a:ext cx="4824442" cy="1206111"/>
          </a:xfrm>
          <a:custGeom>
            <a:avLst/>
            <a:gdLst/>
            <a:ahLst/>
            <a:cxnLst/>
            <a:rect l="l" t="t" r="r" b="b"/>
            <a:pathLst>
              <a:path w="4824443" h="1206111" fill="norm" stroke="1" extrusionOk="0">
                <a:moveTo>
                  <a:pt x="0" y="0"/>
                </a:moveTo>
                <a:lnTo>
                  <a:pt x="4824442" y="0"/>
                </a:lnTo>
                <a:lnTo>
                  <a:pt x="4824442" y="1206111"/>
                </a:lnTo>
                <a:lnTo>
                  <a:pt x="0" y="12061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 l="0" t="0" r="0" b="0"/>
            </a:stretch>
          </a:blip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ONLYOFFICE/2.5.565.0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</cp:coreProperties>
</file>